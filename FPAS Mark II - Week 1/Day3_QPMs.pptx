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6" r:id="rId5"/>
    <p:sldId id="274" r:id="rId6"/>
    <p:sldId id="286" r:id="rId7"/>
    <p:sldId id="275" r:id="rId8"/>
    <p:sldId id="267" r:id="rId9"/>
    <p:sldId id="287" r:id="rId10"/>
    <p:sldId id="269" r:id="rId11"/>
    <p:sldId id="288" r:id="rId12"/>
    <p:sldId id="279" r:id="rId13"/>
    <p:sldId id="289" r:id="rId14"/>
    <p:sldId id="281" r:id="rId15"/>
    <p:sldId id="282" r:id="rId16"/>
    <p:sldId id="283" r:id="rId17"/>
    <p:sldId id="284" r:id="rId18"/>
    <p:sldId id="28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 Sticky CPI (3M-o-3M ann., %)</c:v>
                </c:pt>
              </c:strCache>
            </c:strRef>
          </c:tx>
          <c:spPr>
            <a:ln w="22225" cap="flat">
              <a:solidFill>
                <a:srgbClr val="33A54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Sheet1!$A$2:$A$706</c:f>
              <c:strCache>
                <c:ptCount val="705"/>
                <c:pt idx="30">
                  <c:v>1970</c:v>
                </c:pt>
                <c:pt idx="90">
                  <c:v>1975</c:v>
                </c:pt>
                <c:pt idx="150">
                  <c:v>1980</c:v>
                </c:pt>
                <c:pt idx="210">
                  <c:v>1985</c:v>
                </c:pt>
                <c:pt idx="270">
                  <c:v>1990</c:v>
                </c:pt>
                <c:pt idx="330">
                  <c:v>1995</c:v>
                </c:pt>
                <c:pt idx="390">
                  <c:v>2000</c:v>
                </c:pt>
                <c:pt idx="450">
                  <c:v>2005</c:v>
                </c:pt>
                <c:pt idx="510">
                  <c:v>2010</c:v>
                </c:pt>
                <c:pt idx="570">
                  <c:v>2015</c:v>
                </c:pt>
                <c:pt idx="630">
                  <c:v>2020</c:v>
                </c:pt>
                <c:pt idx="690">
                  <c:v>2025</c:v>
                </c:pt>
              </c:strCache>
            </c:strRef>
          </c:cat>
          <c:val>
            <c:numRef>
              <c:f>Sheet1!$B$2:$B$706</c:f>
              <c:numCache>
                <c:formatCode>General</c:formatCode>
                <c:ptCount val="705"/>
                <c:pt idx="0">
                  <c:v>3.18</c:v>
                </c:pt>
                <c:pt idx="1">
                  <c:v>3.6</c:v>
                </c:pt>
                <c:pt idx="2">
                  <c:v>3.58</c:v>
                </c:pt>
                <c:pt idx="3">
                  <c:v>3.55</c:v>
                </c:pt>
                <c:pt idx="4">
                  <c:v>3.6</c:v>
                </c:pt>
                <c:pt idx="5">
                  <c:v>3.87</c:v>
                </c:pt>
                <c:pt idx="6">
                  <c:v>4.24</c:v>
                </c:pt>
                <c:pt idx="7">
                  <c:v>4.45</c:v>
                </c:pt>
                <c:pt idx="8">
                  <c:v>4.76</c:v>
                </c:pt>
                <c:pt idx="9">
                  <c:v>4.67</c:v>
                </c:pt>
                <c:pt idx="10">
                  <c:v>4.53</c:v>
                </c:pt>
                <c:pt idx="11">
                  <c:v>4.49</c:v>
                </c:pt>
                <c:pt idx="12">
                  <c:v>4.99</c:v>
                </c:pt>
                <c:pt idx="13">
                  <c:v>5.97</c:v>
                </c:pt>
                <c:pt idx="14">
                  <c:v>5.95</c:v>
                </c:pt>
                <c:pt idx="15">
                  <c:v>5.71</c:v>
                </c:pt>
                <c:pt idx="16">
                  <c:v>5.24</c:v>
                </c:pt>
                <c:pt idx="17">
                  <c:v>5.95</c:v>
                </c:pt>
                <c:pt idx="18">
                  <c:v>6.49</c:v>
                </c:pt>
                <c:pt idx="19">
                  <c:v>6.56</c:v>
                </c:pt>
                <c:pt idx="20">
                  <c:v>6.44</c:v>
                </c:pt>
                <c:pt idx="21">
                  <c:v>6.6</c:v>
                </c:pt>
                <c:pt idx="22">
                  <c:v>7.31</c:v>
                </c:pt>
                <c:pt idx="23">
                  <c:v>7.05</c:v>
                </c:pt>
                <c:pt idx="24">
                  <c:v>6.46</c:v>
                </c:pt>
                <c:pt idx="25">
                  <c:v>5.69</c:v>
                </c:pt>
                <c:pt idx="26">
                  <c:v>5.92</c:v>
                </c:pt>
                <c:pt idx="27">
                  <c:v>6.04</c:v>
                </c:pt>
                <c:pt idx="28">
                  <c:v>6.05</c:v>
                </c:pt>
                <c:pt idx="29">
                  <c:v>5.65</c:v>
                </c:pt>
                <c:pt idx="30">
                  <c:v>6.02</c:v>
                </c:pt>
                <c:pt idx="31">
                  <c:v>6.83</c:v>
                </c:pt>
                <c:pt idx="32">
                  <c:v>7.99</c:v>
                </c:pt>
                <c:pt idx="33">
                  <c:v>8.39</c:v>
                </c:pt>
                <c:pt idx="34">
                  <c:v>8.1999999999999993</c:v>
                </c:pt>
                <c:pt idx="35">
                  <c:v>7.4</c:v>
                </c:pt>
                <c:pt idx="36">
                  <c:v>6.76</c:v>
                </c:pt>
                <c:pt idx="37">
                  <c:v>6.33</c:v>
                </c:pt>
                <c:pt idx="38">
                  <c:v>6.27</c:v>
                </c:pt>
                <c:pt idx="39">
                  <c:v>6.22</c:v>
                </c:pt>
                <c:pt idx="40">
                  <c:v>6.29</c:v>
                </c:pt>
                <c:pt idx="41">
                  <c:v>6.31</c:v>
                </c:pt>
                <c:pt idx="42">
                  <c:v>6.55</c:v>
                </c:pt>
                <c:pt idx="43">
                  <c:v>5.86</c:v>
                </c:pt>
                <c:pt idx="44">
                  <c:v>4.38</c:v>
                </c:pt>
                <c:pt idx="45">
                  <c:v>2.69</c:v>
                </c:pt>
                <c:pt idx="46">
                  <c:v>2.14</c:v>
                </c:pt>
                <c:pt idx="47">
                  <c:v>3.32</c:v>
                </c:pt>
                <c:pt idx="48">
                  <c:v>4.6500000000000004</c:v>
                </c:pt>
                <c:pt idx="49">
                  <c:v>5.63</c:v>
                </c:pt>
                <c:pt idx="50">
                  <c:v>5.19</c:v>
                </c:pt>
                <c:pt idx="51">
                  <c:v>4.3099999999999996</c:v>
                </c:pt>
                <c:pt idx="52">
                  <c:v>3.34</c:v>
                </c:pt>
                <c:pt idx="53">
                  <c:v>2.8</c:v>
                </c:pt>
                <c:pt idx="54">
                  <c:v>3.22</c:v>
                </c:pt>
                <c:pt idx="55">
                  <c:v>3.61</c:v>
                </c:pt>
                <c:pt idx="56">
                  <c:v>3.9</c:v>
                </c:pt>
                <c:pt idx="57">
                  <c:v>3.35</c:v>
                </c:pt>
                <c:pt idx="58">
                  <c:v>2.97</c:v>
                </c:pt>
                <c:pt idx="59">
                  <c:v>2.93</c:v>
                </c:pt>
                <c:pt idx="60">
                  <c:v>3.3</c:v>
                </c:pt>
                <c:pt idx="61">
                  <c:v>3.61</c:v>
                </c:pt>
                <c:pt idx="62">
                  <c:v>3.43</c:v>
                </c:pt>
                <c:pt idx="63">
                  <c:v>3.02</c:v>
                </c:pt>
                <c:pt idx="64">
                  <c:v>2.57</c:v>
                </c:pt>
                <c:pt idx="65">
                  <c:v>2.5299999999999998</c:v>
                </c:pt>
                <c:pt idx="66">
                  <c:v>2.4900000000000002</c:v>
                </c:pt>
                <c:pt idx="67">
                  <c:v>2.5099999999999998</c:v>
                </c:pt>
                <c:pt idx="68">
                  <c:v>2.48</c:v>
                </c:pt>
                <c:pt idx="69">
                  <c:v>2.81</c:v>
                </c:pt>
                <c:pt idx="70">
                  <c:v>3.31</c:v>
                </c:pt>
                <c:pt idx="71">
                  <c:v>3.78</c:v>
                </c:pt>
                <c:pt idx="72">
                  <c:v>3.87</c:v>
                </c:pt>
                <c:pt idx="73">
                  <c:v>4</c:v>
                </c:pt>
                <c:pt idx="74">
                  <c:v>4.6900000000000004</c:v>
                </c:pt>
                <c:pt idx="75">
                  <c:v>6.55</c:v>
                </c:pt>
                <c:pt idx="76">
                  <c:v>7.96</c:v>
                </c:pt>
                <c:pt idx="77">
                  <c:v>8.57</c:v>
                </c:pt>
                <c:pt idx="78">
                  <c:v>7.65</c:v>
                </c:pt>
                <c:pt idx="79">
                  <c:v>7.33</c:v>
                </c:pt>
                <c:pt idx="80">
                  <c:v>7.47</c:v>
                </c:pt>
                <c:pt idx="81">
                  <c:v>8</c:v>
                </c:pt>
                <c:pt idx="82">
                  <c:v>8.58</c:v>
                </c:pt>
                <c:pt idx="83">
                  <c:v>9.3699999999999992</c:v>
                </c:pt>
                <c:pt idx="84">
                  <c:v>10.87</c:v>
                </c:pt>
                <c:pt idx="85">
                  <c:v>12.11</c:v>
                </c:pt>
                <c:pt idx="86">
                  <c:v>12.98</c:v>
                </c:pt>
                <c:pt idx="87">
                  <c:v>13.12</c:v>
                </c:pt>
                <c:pt idx="88">
                  <c:v>12.69</c:v>
                </c:pt>
                <c:pt idx="89">
                  <c:v>11.97</c:v>
                </c:pt>
                <c:pt idx="90">
                  <c:v>11.08</c:v>
                </c:pt>
                <c:pt idx="91">
                  <c:v>10.65</c:v>
                </c:pt>
                <c:pt idx="92">
                  <c:v>9.7899999999999991</c:v>
                </c:pt>
                <c:pt idx="93">
                  <c:v>9.14</c:v>
                </c:pt>
                <c:pt idx="94">
                  <c:v>7.73</c:v>
                </c:pt>
                <c:pt idx="95">
                  <c:v>7.06</c:v>
                </c:pt>
                <c:pt idx="96">
                  <c:v>6.15</c:v>
                </c:pt>
                <c:pt idx="97">
                  <c:v>5.99</c:v>
                </c:pt>
                <c:pt idx="98">
                  <c:v>5.89</c:v>
                </c:pt>
                <c:pt idx="99">
                  <c:v>6.33</c:v>
                </c:pt>
                <c:pt idx="100">
                  <c:v>7.31</c:v>
                </c:pt>
                <c:pt idx="101">
                  <c:v>7.9</c:v>
                </c:pt>
                <c:pt idx="102">
                  <c:v>8.51</c:v>
                </c:pt>
                <c:pt idx="103">
                  <c:v>8.2100000000000009</c:v>
                </c:pt>
                <c:pt idx="104">
                  <c:v>7.95</c:v>
                </c:pt>
                <c:pt idx="105">
                  <c:v>6.76</c:v>
                </c:pt>
                <c:pt idx="106">
                  <c:v>5.74</c:v>
                </c:pt>
                <c:pt idx="107">
                  <c:v>4.93</c:v>
                </c:pt>
                <c:pt idx="108">
                  <c:v>5.37</c:v>
                </c:pt>
                <c:pt idx="109">
                  <c:v>6.19</c:v>
                </c:pt>
                <c:pt idx="110">
                  <c:v>6.95</c:v>
                </c:pt>
                <c:pt idx="111">
                  <c:v>6.82</c:v>
                </c:pt>
                <c:pt idx="112">
                  <c:v>6.4</c:v>
                </c:pt>
                <c:pt idx="113">
                  <c:v>5.59</c:v>
                </c:pt>
                <c:pt idx="114">
                  <c:v>5.43</c:v>
                </c:pt>
                <c:pt idx="115">
                  <c:v>5.35</c:v>
                </c:pt>
                <c:pt idx="116">
                  <c:v>6.09</c:v>
                </c:pt>
                <c:pt idx="117">
                  <c:v>6.61</c:v>
                </c:pt>
                <c:pt idx="118">
                  <c:v>7.15</c:v>
                </c:pt>
                <c:pt idx="119">
                  <c:v>7.48</c:v>
                </c:pt>
                <c:pt idx="120">
                  <c:v>7.63</c:v>
                </c:pt>
                <c:pt idx="121">
                  <c:v>7.7</c:v>
                </c:pt>
                <c:pt idx="122">
                  <c:v>7.38</c:v>
                </c:pt>
                <c:pt idx="123">
                  <c:v>6.96</c:v>
                </c:pt>
                <c:pt idx="124">
                  <c:v>6.64</c:v>
                </c:pt>
                <c:pt idx="125">
                  <c:v>6.5</c:v>
                </c:pt>
                <c:pt idx="126">
                  <c:v>6.78</c:v>
                </c:pt>
                <c:pt idx="127">
                  <c:v>6.91</c:v>
                </c:pt>
                <c:pt idx="128">
                  <c:v>7.13</c:v>
                </c:pt>
                <c:pt idx="129">
                  <c:v>7.18</c:v>
                </c:pt>
                <c:pt idx="130">
                  <c:v>7.67</c:v>
                </c:pt>
                <c:pt idx="131">
                  <c:v>8.2100000000000009</c:v>
                </c:pt>
                <c:pt idx="132">
                  <c:v>8.93</c:v>
                </c:pt>
                <c:pt idx="133">
                  <c:v>9.2799999999999994</c:v>
                </c:pt>
                <c:pt idx="134">
                  <c:v>9.76</c:v>
                </c:pt>
                <c:pt idx="135">
                  <c:v>10.11</c:v>
                </c:pt>
                <c:pt idx="136">
                  <c:v>10.39</c:v>
                </c:pt>
                <c:pt idx="137">
                  <c:v>9.74</c:v>
                </c:pt>
                <c:pt idx="138">
                  <c:v>8.68</c:v>
                </c:pt>
                <c:pt idx="139">
                  <c:v>7.98</c:v>
                </c:pt>
                <c:pt idx="140">
                  <c:v>8.36</c:v>
                </c:pt>
                <c:pt idx="141">
                  <c:v>9.4</c:v>
                </c:pt>
                <c:pt idx="142">
                  <c:v>10.07</c:v>
                </c:pt>
                <c:pt idx="143">
                  <c:v>10.59</c:v>
                </c:pt>
                <c:pt idx="144">
                  <c:v>10.97</c:v>
                </c:pt>
                <c:pt idx="145">
                  <c:v>11.74</c:v>
                </c:pt>
                <c:pt idx="146">
                  <c:v>12.36</c:v>
                </c:pt>
                <c:pt idx="147">
                  <c:v>12.9</c:v>
                </c:pt>
                <c:pt idx="148">
                  <c:v>13.35</c:v>
                </c:pt>
                <c:pt idx="149">
                  <c:v>13.92</c:v>
                </c:pt>
                <c:pt idx="150">
                  <c:v>14.58</c:v>
                </c:pt>
                <c:pt idx="151">
                  <c:v>14.67</c:v>
                </c:pt>
                <c:pt idx="152">
                  <c:v>14.84</c:v>
                </c:pt>
                <c:pt idx="153">
                  <c:v>14.76</c:v>
                </c:pt>
                <c:pt idx="154">
                  <c:v>15.22</c:v>
                </c:pt>
                <c:pt idx="155">
                  <c:v>15.53</c:v>
                </c:pt>
                <c:pt idx="156">
                  <c:v>13.69</c:v>
                </c:pt>
                <c:pt idx="157">
                  <c:v>10.53</c:v>
                </c:pt>
                <c:pt idx="158">
                  <c:v>6.35</c:v>
                </c:pt>
                <c:pt idx="159">
                  <c:v>6.39</c:v>
                </c:pt>
                <c:pt idx="160">
                  <c:v>8.51</c:v>
                </c:pt>
                <c:pt idx="161">
                  <c:v>11.74</c:v>
                </c:pt>
                <c:pt idx="162">
                  <c:v>12.37</c:v>
                </c:pt>
                <c:pt idx="163">
                  <c:v>10.98</c:v>
                </c:pt>
                <c:pt idx="164">
                  <c:v>8.7899999999999991</c:v>
                </c:pt>
                <c:pt idx="165">
                  <c:v>7.2</c:v>
                </c:pt>
                <c:pt idx="166">
                  <c:v>7.65</c:v>
                </c:pt>
                <c:pt idx="167">
                  <c:v>9.4499999999999993</c:v>
                </c:pt>
                <c:pt idx="168">
                  <c:v>12.22</c:v>
                </c:pt>
                <c:pt idx="169">
                  <c:v>13.7</c:v>
                </c:pt>
                <c:pt idx="170">
                  <c:v>14.5</c:v>
                </c:pt>
                <c:pt idx="171">
                  <c:v>12.72</c:v>
                </c:pt>
                <c:pt idx="172">
                  <c:v>10.63</c:v>
                </c:pt>
                <c:pt idx="173">
                  <c:v>7.37</c:v>
                </c:pt>
                <c:pt idx="174">
                  <c:v>5.8</c:v>
                </c:pt>
                <c:pt idx="175">
                  <c:v>4.7699999999999996</c:v>
                </c:pt>
                <c:pt idx="176">
                  <c:v>4.25</c:v>
                </c:pt>
                <c:pt idx="177">
                  <c:v>4.3499999999999996</c:v>
                </c:pt>
                <c:pt idx="178">
                  <c:v>5.4</c:v>
                </c:pt>
                <c:pt idx="179">
                  <c:v>8.36</c:v>
                </c:pt>
                <c:pt idx="180">
                  <c:v>10.15</c:v>
                </c:pt>
                <c:pt idx="181">
                  <c:v>10.1</c:v>
                </c:pt>
                <c:pt idx="182">
                  <c:v>7.31</c:v>
                </c:pt>
                <c:pt idx="183">
                  <c:v>4.62</c:v>
                </c:pt>
                <c:pt idx="184">
                  <c:v>2.11</c:v>
                </c:pt>
                <c:pt idx="185">
                  <c:v>0.26</c:v>
                </c:pt>
                <c:pt idx="186">
                  <c:v>-0.91</c:v>
                </c:pt>
                <c:pt idx="187">
                  <c:v>-0.6</c:v>
                </c:pt>
                <c:pt idx="188">
                  <c:v>1.51</c:v>
                </c:pt>
                <c:pt idx="189">
                  <c:v>3.28</c:v>
                </c:pt>
                <c:pt idx="190">
                  <c:v>4.16</c:v>
                </c:pt>
                <c:pt idx="191">
                  <c:v>4.0999999999999996</c:v>
                </c:pt>
                <c:pt idx="192">
                  <c:v>3.85</c:v>
                </c:pt>
                <c:pt idx="193">
                  <c:v>3.88</c:v>
                </c:pt>
                <c:pt idx="194">
                  <c:v>3.81</c:v>
                </c:pt>
                <c:pt idx="195">
                  <c:v>4.08</c:v>
                </c:pt>
                <c:pt idx="196">
                  <c:v>4.41</c:v>
                </c:pt>
                <c:pt idx="197">
                  <c:v>4.7</c:v>
                </c:pt>
                <c:pt idx="198">
                  <c:v>5.03</c:v>
                </c:pt>
                <c:pt idx="199">
                  <c:v>5.07</c:v>
                </c:pt>
                <c:pt idx="200">
                  <c:v>5.14</c:v>
                </c:pt>
                <c:pt idx="201">
                  <c:v>5.01</c:v>
                </c:pt>
                <c:pt idx="202">
                  <c:v>4.83</c:v>
                </c:pt>
                <c:pt idx="203">
                  <c:v>4.72</c:v>
                </c:pt>
                <c:pt idx="204">
                  <c:v>4.57</c:v>
                </c:pt>
                <c:pt idx="205">
                  <c:v>4.78</c:v>
                </c:pt>
                <c:pt idx="206">
                  <c:v>4.99</c:v>
                </c:pt>
                <c:pt idx="207">
                  <c:v>5.19</c:v>
                </c:pt>
                <c:pt idx="208">
                  <c:v>5.03</c:v>
                </c:pt>
                <c:pt idx="209">
                  <c:v>4.76</c:v>
                </c:pt>
                <c:pt idx="210">
                  <c:v>4.3600000000000003</c:v>
                </c:pt>
                <c:pt idx="211">
                  <c:v>4.37</c:v>
                </c:pt>
                <c:pt idx="212">
                  <c:v>4.45</c:v>
                </c:pt>
                <c:pt idx="213">
                  <c:v>4.83</c:v>
                </c:pt>
                <c:pt idx="214">
                  <c:v>4.97</c:v>
                </c:pt>
                <c:pt idx="215">
                  <c:v>5.08</c:v>
                </c:pt>
                <c:pt idx="216">
                  <c:v>5.14</c:v>
                </c:pt>
                <c:pt idx="217">
                  <c:v>5.03</c:v>
                </c:pt>
                <c:pt idx="218">
                  <c:v>4.7699999999999996</c:v>
                </c:pt>
                <c:pt idx="219">
                  <c:v>4.66</c:v>
                </c:pt>
                <c:pt idx="220">
                  <c:v>4.88</c:v>
                </c:pt>
                <c:pt idx="221">
                  <c:v>5.26</c:v>
                </c:pt>
                <c:pt idx="222">
                  <c:v>5.44</c:v>
                </c:pt>
                <c:pt idx="223">
                  <c:v>5.16</c:v>
                </c:pt>
                <c:pt idx="224">
                  <c:v>5.18</c:v>
                </c:pt>
                <c:pt idx="225">
                  <c:v>5.14</c:v>
                </c:pt>
                <c:pt idx="226">
                  <c:v>5.2</c:v>
                </c:pt>
                <c:pt idx="227">
                  <c:v>4.83</c:v>
                </c:pt>
                <c:pt idx="228">
                  <c:v>4.3</c:v>
                </c:pt>
                <c:pt idx="229">
                  <c:v>4.04</c:v>
                </c:pt>
                <c:pt idx="230">
                  <c:v>3.92</c:v>
                </c:pt>
                <c:pt idx="231">
                  <c:v>4.2</c:v>
                </c:pt>
                <c:pt idx="232">
                  <c:v>4.3600000000000003</c:v>
                </c:pt>
                <c:pt idx="233">
                  <c:v>4.47</c:v>
                </c:pt>
                <c:pt idx="234">
                  <c:v>4.25</c:v>
                </c:pt>
                <c:pt idx="235">
                  <c:v>4.13</c:v>
                </c:pt>
                <c:pt idx="236">
                  <c:v>4.04</c:v>
                </c:pt>
                <c:pt idx="237">
                  <c:v>4.34</c:v>
                </c:pt>
                <c:pt idx="238">
                  <c:v>4.54</c:v>
                </c:pt>
                <c:pt idx="239">
                  <c:v>4.53</c:v>
                </c:pt>
                <c:pt idx="240">
                  <c:v>3.91</c:v>
                </c:pt>
                <c:pt idx="241">
                  <c:v>3.5</c:v>
                </c:pt>
                <c:pt idx="242">
                  <c:v>3.65</c:v>
                </c:pt>
                <c:pt idx="243">
                  <c:v>4.41</c:v>
                </c:pt>
                <c:pt idx="244">
                  <c:v>4.78</c:v>
                </c:pt>
                <c:pt idx="245">
                  <c:v>4.72</c:v>
                </c:pt>
                <c:pt idx="246">
                  <c:v>4.3</c:v>
                </c:pt>
                <c:pt idx="247">
                  <c:v>4.1900000000000004</c:v>
                </c:pt>
                <c:pt idx="248">
                  <c:v>4.3099999999999996</c:v>
                </c:pt>
                <c:pt idx="249">
                  <c:v>4.59</c:v>
                </c:pt>
                <c:pt idx="250">
                  <c:v>4.8</c:v>
                </c:pt>
                <c:pt idx="251">
                  <c:v>4.9000000000000004</c:v>
                </c:pt>
                <c:pt idx="252">
                  <c:v>4.7</c:v>
                </c:pt>
                <c:pt idx="253">
                  <c:v>4.5199999999999996</c:v>
                </c:pt>
                <c:pt idx="254">
                  <c:v>4.43</c:v>
                </c:pt>
                <c:pt idx="255">
                  <c:v>4.66</c:v>
                </c:pt>
                <c:pt idx="256">
                  <c:v>4.8099999999999996</c:v>
                </c:pt>
                <c:pt idx="257">
                  <c:v>4.78</c:v>
                </c:pt>
                <c:pt idx="258">
                  <c:v>4.6500000000000004</c:v>
                </c:pt>
                <c:pt idx="259">
                  <c:v>4.51</c:v>
                </c:pt>
                <c:pt idx="260">
                  <c:v>4.49</c:v>
                </c:pt>
                <c:pt idx="261">
                  <c:v>4.43</c:v>
                </c:pt>
                <c:pt idx="262">
                  <c:v>4.54</c:v>
                </c:pt>
                <c:pt idx="263">
                  <c:v>4.68</c:v>
                </c:pt>
                <c:pt idx="264">
                  <c:v>4.99</c:v>
                </c:pt>
                <c:pt idx="265">
                  <c:v>5.01</c:v>
                </c:pt>
                <c:pt idx="266">
                  <c:v>4.83</c:v>
                </c:pt>
                <c:pt idx="267">
                  <c:v>4.59</c:v>
                </c:pt>
                <c:pt idx="268">
                  <c:v>4.53</c:v>
                </c:pt>
                <c:pt idx="269">
                  <c:v>4.79</c:v>
                </c:pt>
                <c:pt idx="270">
                  <c:v>4.92</c:v>
                </c:pt>
                <c:pt idx="271">
                  <c:v>5</c:v>
                </c:pt>
                <c:pt idx="272">
                  <c:v>5.23</c:v>
                </c:pt>
                <c:pt idx="273">
                  <c:v>5.51</c:v>
                </c:pt>
                <c:pt idx="274">
                  <c:v>5.78</c:v>
                </c:pt>
                <c:pt idx="275">
                  <c:v>5.69</c:v>
                </c:pt>
                <c:pt idx="276">
                  <c:v>5.84</c:v>
                </c:pt>
                <c:pt idx="277">
                  <c:v>6.38</c:v>
                </c:pt>
                <c:pt idx="278">
                  <c:v>6.68</c:v>
                </c:pt>
                <c:pt idx="279">
                  <c:v>6.49</c:v>
                </c:pt>
                <c:pt idx="280">
                  <c:v>5.4</c:v>
                </c:pt>
                <c:pt idx="281">
                  <c:v>4.6100000000000003</c:v>
                </c:pt>
                <c:pt idx="282">
                  <c:v>4.3899999999999997</c:v>
                </c:pt>
                <c:pt idx="283">
                  <c:v>4.8899999999999997</c:v>
                </c:pt>
                <c:pt idx="284">
                  <c:v>5.26</c:v>
                </c:pt>
                <c:pt idx="285">
                  <c:v>4.83</c:v>
                </c:pt>
                <c:pt idx="286">
                  <c:v>4.07</c:v>
                </c:pt>
                <c:pt idx="287">
                  <c:v>3.52</c:v>
                </c:pt>
                <c:pt idx="288">
                  <c:v>3.63</c:v>
                </c:pt>
                <c:pt idx="289">
                  <c:v>3.93</c:v>
                </c:pt>
                <c:pt idx="290">
                  <c:v>4.29</c:v>
                </c:pt>
                <c:pt idx="291">
                  <c:v>4.2699999999999996</c:v>
                </c:pt>
                <c:pt idx="292">
                  <c:v>4.18</c:v>
                </c:pt>
                <c:pt idx="293">
                  <c:v>3.88</c:v>
                </c:pt>
                <c:pt idx="294">
                  <c:v>3.91</c:v>
                </c:pt>
                <c:pt idx="295">
                  <c:v>3.84</c:v>
                </c:pt>
                <c:pt idx="296">
                  <c:v>3.86</c:v>
                </c:pt>
                <c:pt idx="297">
                  <c:v>3.75</c:v>
                </c:pt>
                <c:pt idx="298">
                  <c:v>3.7</c:v>
                </c:pt>
                <c:pt idx="299">
                  <c:v>3.47</c:v>
                </c:pt>
                <c:pt idx="300">
                  <c:v>3.18</c:v>
                </c:pt>
                <c:pt idx="301">
                  <c:v>3.02</c:v>
                </c:pt>
                <c:pt idx="302">
                  <c:v>2.86</c:v>
                </c:pt>
                <c:pt idx="303">
                  <c:v>3.06</c:v>
                </c:pt>
                <c:pt idx="304">
                  <c:v>3.35</c:v>
                </c:pt>
                <c:pt idx="305">
                  <c:v>3.88</c:v>
                </c:pt>
                <c:pt idx="306">
                  <c:v>3.94</c:v>
                </c:pt>
                <c:pt idx="307">
                  <c:v>3.78</c:v>
                </c:pt>
                <c:pt idx="308">
                  <c:v>3.44</c:v>
                </c:pt>
                <c:pt idx="309">
                  <c:v>3.32</c:v>
                </c:pt>
                <c:pt idx="310">
                  <c:v>3.31</c:v>
                </c:pt>
                <c:pt idx="311">
                  <c:v>3.58</c:v>
                </c:pt>
                <c:pt idx="312">
                  <c:v>3.47</c:v>
                </c:pt>
                <c:pt idx="313">
                  <c:v>3.31</c:v>
                </c:pt>
                <c:pt idx="314">
                  <c:v>2.95</c:v>
                </c:pt>
                <c:pt idx="315">
                  <c:v>3.13</c:v>
                </c:pt>
                <c:pt idx="316">
                  <c:v>3.35</c:v>
                </c:pt>
                <c:pt idx="317">
                  <c:v>3.67</c:v>
                </c:pt>
                <c:pt idx="318">
                  <c:v>3.66</c:v>
                </c:pt>
                <c:pt idx="319">
                  <c:v>3.57</c:v>
                </c:pt>
                <c:pt idx="320">
                  <c:v>3.38</c:v>
                </c:pt>
                <c:pt idx="321">
                  <c:v>3.29</c:v>
                </c:pt>
                <c:pt idx="322">
                  <c:v>3.07</c:v>
                </c:pt>
                <c:pt idx="323">
                  <c:v>2.82</c:v>
                </c:pt>
                <c:pt idx="324">
                  <c:v>2.59</c:v>
                </c:pt>
                <c:pt idx="325">
                  <c:v>2.78</c:v>
                </c:pt>
                <c:pt idx="326">
                  <c:v>2.98</c:v>
                </c:pt>
                <c:pt idx="327">
                  <c:v>3.22</c:v>
                </c:pt>
                <c:pt idx="328">
                  <c:v>3.11</c:v>
                </c:pt>
                <c:pt idx="329">
                  <c:v>2.89</c:v>
                </c:pt>
                <c:pt idx="330">
                  <c:v>2.95</c:v>
                </c:pt>
                <c:pt idx="331">
                  <c:v>3.09</c:v>
                </c:pt>
                <c:pt idx="332">
                  <c:v>3.7</c:v>
                </c:pt>
                <c:pt idx="333">
                  <c:v>3.84</c:v>
                </c:pt>
                <c:pt idx="334">
                  <c:v>3.92</c:v>
                </c:pt>
                <c:pt idx="335">
                  <c:v>3.54</c:v>
                </c:pt>
                <c:pt idx="336">
                  <c:v>3.2</c:v>
                </c:pt>
                <c:pt idx="337">
                  <c:v>2.94</c:v>
                </c:pt>
                <c:pt idx="338">
                  <c:v>2.96</c:v>
                </c:pt>
                <c:pt idx="339">
                  <c:v>3.19</c:v>
                </c:pt>
                <c:pt idx="340">
                  <c:v>3.42</c:v>
                </c:pt>
                <c:pt idx="341">
                  <c:v>3.21</c:v>
                </c:pt>
                <c:pt idx="342">
                  <c:v>2.93</c:v>
                </c:pt>
                <c:pt idx="343">
                  <c:v>2.73</c:v>
                </c:pt>
                <c:pt idx="344">
                  <c:v>2.98</c:v>
                </c:pt>
                <c:pt idx="345">
                  <c:v>3.02</c:v>
                </c:pt>
                <c:pt idx="346">
                  <c:v>2.98</c:v>
                </c:pt>
                <c:pt idx="347">
                  <c:v>2.81</c:v>
                </c:pt>
                <c:pt idx="348">
                  <c:v>2.93</c:v>
                </c:pt>
                <c:pt idx="349">
                  <c:v>2.99</c:v>
                </c:pt>
                <c:pt idx="350">
                  <c:v>3.12</c:v>
                </c:pt>
                <c:pt idx="351">
                  <c:v>3.07</c:v>
                </c:pt>
                <c:pt idx="352">
                  <c:v>3.11</c:v>
                </c:pt>
                <c:pt idx="353">
                  <c:v>2.88</c:v>
                </c:pt>
                <c:pt idx="354">
                  <c:v>2.75</c:v>
                </c:pt>
                <c:pt idx="355">
                  <c:v>2.4500000000000002</c:v>
                </c:pt>
                <c:pt idx="356">
                  <c:v>2.4500000000000002</c:v>
                </c:pt>
                <c:pt idx="357">
                  <c:v>2.5299999999999998</c:v>
                </c:pt>
                <c:pt idx="358">
                  <c:v>2.8</c:v>
                </c:pt>
                <c:pt idx="359">
                  <c:v>2.86</c:v>
                </c:pt>
                <c:pt idx="360">
                  <c:v>2.78</c:v>
                </c:pt>
                <c:pt idx="361">
                  <c:v>2.4700000000000002</c:v>
                </c:pt>
                <c:pt idx="362">
                  <c:v>2.27</c:v>
                </c:pt>
                <c:pt idx="363">
                  <c:v>2.2400000000000002</c:v>
                </c:pt>
                <c:pt idx="364">
                  <c:v>2.4300000000000002</c:v>
                </c:pt>
                <c:pt idx="365">
                  <c:v>2.67</c:v>
                </c:pt>
                <c:pt idx="366">
                  <c:v>2.78</c:v>
                </c:pt>
                <c:pt idx="367">
                  <c:v>2.8</c:v>
                </c:pt>
                <c:pt idx="368">
                  <c:v>2.77</c:v>
                </c:pt>
                <c:pt idx="369">
                  <c:v>2.73</c:v>
                </c:pt>
                <c:pt idx="370">
                  <c:v>2.72</c:v>
                </c:pt>
                <c:pt idx="371">
                  <c:v>2.62</c:v>
                </c:pt>
                <c:pt idx="372">
                  <c:v>2.5299999999999998</c:v>
                </c:pt>
                <c:pt idx="373">
                  <c:v>2.36</c:v>
                </c:pt>
                <c:pt idx="374">
                  <c:v>2.2400000000000002</c:v>
                </c:pt>
                <c:pt idx="375">
                  <c:v>2.1800000000000002</c:v>
                </c:pt>
                <c:pt idx="376">
                  <c:v>2.19</c:v>
                </c:pt>
                <c:pt idx="377">
                  <c:v>2.2400000000000002</c:v>
                </c:pt>
                <c:pt idx="378">
                  <c:v>2.23</c:v>
                </c:pt>
                <c:pt idx="379">
                  <c:v>2.13</c:v>
                </c:pt>
                <c:pt idx="380">
                  <c:v>2.04</c:v>
                </c:pt>
                <c:pt idx="381">
                  <c:v>2</c:v>
                </c:pt>
                <c:pt idx="382">
                  <c:v>2.04</c:v>
                </c:pt>
                <c:pt idx="383">
                  <c:v>1.99</c:v>
                </c:pt>
                <c:pt idx="384">
                  <c:v>1.95</c:v>
                </c:pt>
                <c:pt idx="385">
                  <c:v>1.91</c:v>
                </c:pt>
                <c:pt idx="386">
                  <c:v>2.02</c:v>
                </c:pt>
                <c:pt idx="387">
                  <c:v>2.02</c:v>
                </c:pt>
                <c:pt idx="388">
                  <c:v>2.1800000000000002</c:v>
                </c:pt>
                <c:pt idx="389">
                  <c:v>2.35</c:v>
                </c:pt>
                <c:pt idx="390">
                  <c:v>2.8</c:v>
                </c:pt>
                <c:pt idx="391">
                  <c:v>2.93</c:v>
                </c:pt>
                <c:pt idx="392">
                  <c:v>3.13</c:v>
                </c:pt>
                <c:pt idx="393">
                  <c:v>2.81</c:v>
                </c:pt>
                <c:pt idx="394">
                  <c:v>2.79</c:v>
                </c:pt>
                <c:pt idx="395">
                  <c:v>2.6</c:v>
                </c:pt>
                <c:pt idx="396">
                  <c:v>2.86</c:v>
                </c:pt>
                <c:pt idx="397">
                  <c:v>3</c:v>
                </c:pt>
                <c:pt idx="398">
                  <c:v>3.07</c:v>
                </c:pt>
                <c:pt idx="399">
                  <c:v>2.95</c:v>
                </c:pt>
                <c:pt idx="400">
                  <c:v>2.7</c:v>
                </c:pt>
                <c:pt idx="401">
                  <c:v>2.71</c:v>
                </c:pt>
                <c:pt idx="402">
                  <c:v>2.84</c:v>
                </c:pt>
                <c:pt idx="403">
                  <c:v>3.12</c:v>
                </c:pt>
                <c:pt idx="404">
                  <c:v>3.2</c:v>
                </c:pt>
                <c:pt idx="405">
                  <c:v>3.21</c:v>
                </c:pt>
                <c:pt idx="406">
                  <c:v>3.17</c:v>
                </c:pt>
                <c:pt idx="407">
                  <c:v>3.3</c:v>
                </c:pt>
                <c:pt idx="408">
                  <c:v>3.44</c:v>
                </c:pt>
                <c:pt idx="409">
                  <c:v>3.69</c:v>
                </c:pt>
                <c:pt idx="410">
                  <c:v>3.7</c:v>
                </c:pt>
                <c:pt idx="411">
                  <c:v>3.78</c:v>
                </c:pt>
                <c:pt idx="412">
                  <c:v>3.75</c:v>
                </c:pt>
                <c:pt idx="413">
                  <c:v>3.75</c:v>
                </c:pt>
                <c:pt idx="414">
                  <c:v>3.61</c:v>
                </c:pt>
                <c:pt idx="415">
                  <c:v>3.34</c:v>
                </c:pt>
                <c:pt idx="416">
                  <c:v>3.08</c:v>
                </c:pt>
                <c:pt idx="417">
                  <c:v>2.87</c:v>
                </c:pt>
                <c:pt idx="418">
                  <c:v>2.83</c:v>
                </c:pt>
                <c:pt idx="419">
                  <c:v>2.8</c:v>
                </c:pt>
                <c:pt idx="420">
                  <c:v>2.79</c:v>
                </c:pt>
                <c:pt idx="421">
                  <c:v>2.74</c:v>
                </c:pt>
                <c:pt idx="422">
                  <c:v>2.76</c:v>
                </c:pt>
                <c:pt idx="423">
                  <c:v>2.69</c:v>
                </c:pt>
                <c:pt idx="424">
                  <c:v>2.63</c:v>
                </c:pt>
                <c:pt idx="425">
                  <c:v>2.6</c:v>
                </c:pt>
                <c:pt idx="426">
                  <c:v>2.69</c:v>
                </c:pt>
                <c:pt idx="427">
                  <c:v>2.67</c:v>
                </c:pt>
                <c:pt idx="428">
                  <c:v>2.48</c:v>
                </c:pt>
                <c:pt idx="429">
                  <c:v>2.06</c:v>
                </c:pt>
                <c:pt idx="430">
                  <c:v>1.72</c:v>
                </c:pt>
                <c:pt idx="431">
                  <c:v>1.44</c:v>
                </c:pt>
                <c:pt idx="432">
                  <c:v>1.57</c:v>
                </c:pt>
                <c:pt idx="433">
                  <c:v>1.75</c:v>
                </c:pt>
                <c:pt idx="434">
                  <c:v>2.12</c:v>
                </c:pt>
                <c:pt idx="435">
                  <c:v>2.23</c:v>
                </c:pt>
                <c:pt idx="436">
                  <c:v>2.25</c:v>
                </c:pt>
                <c:pt idx="437">
                  <c:v>2.0699999999999998</c:v>
                </c:pt>
                <c:pt idx="438">
                  <c:v>1.99</c:v>
                </c:pt>
                <c:pt idx="439">
                  <c:v>2.15</c:v>
                </c:pt>
                <c:pt idx="440">
                  <c:v>2.44</c:v>
                </c:pt>
                <c:pt idx="441">
                  <c:v>2.67</c:v>
                </c:pt>
                <c:pt idx="442">
                  <c:v>2.56</c:v>
                </c:pt>
                <c:pt idx="443">
                  <c:v>2.4</c:v>
                </c:pt>
                <c:pt idx="444">
                  <c:v>2.15</c:v>
                </c:pt>
                <c:pt idx="445">
                  <c:v>2.1</c:v>
                </c:pt>
                <c:pt idx="446">
                  <c:v>1.98</c:v>
                </c:pt>
                <c:pt idx="447">
                  <c:v>2.0499999999999998</c:v>
                </c:pt>
                <c:pt idx="448">
                  <c:v>2.09</c:v>
                </c:pt>
                <c:pt idx="449">
                  <c:v>2.1800000000000002</c:v>
                </c:pt>
                <c:pt idx="450">
                  <c:v>2.2400000000000002</c:v>
                </c:pt>
                <c:pt idx="451">
                  <c:v>2.33</c:v>
                </c:pt>
                <c:pt idx="452">
                  <c:v>2.44</c:v>
                </c:pt>
                <c:pt idx="453">
                  <c:v>2.46</c:v>
                </c:pt>
                <c:pt idx="454">
                  <c:v>2.4700000000000002</c:v>
                </c:pt>
                <c:pt idx="455">
                  <c:v>2.33</c:v>
                </c:pt>
                <c:pt idx="456">
                  <c:v>2.2599999999999998</c:v>
                </c:pt>
                <c:pt idx="457">
                  <c:v>2</c:v>
                </c:pt>
                <c:pt idx="458">
                  <c:v>2.11</c:v>
                </c:pt>
                <c:pt idx="459">
                  <c:v>2.13</c:v>
                </c:pt>
                <c:pt idx="460">
                  <c:v>2.52</c:v>
                </c:pt>
                <c:pt idx="461">
                  <c:v>2.61</c:v>
                </c:pt>
                <c:pt idx="462">
                  <c:v>2.8</c:v>
                </c:pt>
                <c:pt idx="463">
                  <c:v>2.76</c:v>
                </c:pt>
                <c:pt idx="464">
                  <c:v>2.84</c:v>
                </c:pt>
                <c:pt idx="465">
                  <c:v>3</c:v>
                </c:pt>
                <c:pt idx="466">
                  <c:v>3.29</c:v>
                </c:pt>
                <c:pt idx="467">
                  <c:v>3.59</c:v>
                </c:pt>
                <c:pt idx="468">
                  <c:v>3.75</c:v>
                </c:pt>
                <c:pt idx="469">
                  <c:v>3.7</c:v>
                </c:pt>
                <c:pt idx="470">
                  <c:v>3.45</c:v>
                </c:pt>
                <c:pt idx="471">
                  <c:v>3.19</c:v>
                </c:pt>
                <c:pt idx="472">
                  <c:v>2.9</c:v>
                </c:pt>
                <c:pt idx="473">
                  <c:v>2.65</c:v>
                </c:pt>
                <c:pt idx="474">
                  <c:v>2.39</c:v>
                </c:pt>
                <c:pt idx="475">
                  <c:v>2.46</c:v>
                </c:pt>
                <c:pt idx="476">
                  <c:v>2.64</c:v>
                </c:pt>
                <c:pt idx="477">
                  <c:v>2.76</c:v>
                </c:pt>
                <c:pt idx="478">
                  <c:v>2.54</c:v>
                </c:pt>
                <c:pt idx="479">
                  <c:v>2.25</c:v>
                </c:pt>
                <c:pt idx="480">
                  <c:v>2.08</c:v>
                </c:pt>
                <c:pt idx="481">
                  <c:v>2.11</c:v>
                </c:pt>
                <c:pt idx="482">
                  <c:v>2.29</c:v>
                </c:pt>
                <c:pt idx="483">
                  <c:v>2.5499999999999998</c:v>
                </c:pt>
                <c:pt idx="484">
                  <c:v>2.92</c:v>
                </c:pt>
                <c:pt idx="485">
                  <c:v>3.16</c:v>
                </c:pt>
                <c:pt idx="486">
                  <c:v>3.28</c:v>
                </c:pt>
                <c:pt idx="487">
                  <c:v>3.06</c:v>
                </c:pt>
                <c:pt idx="488">
                  <c:v>2.9</c:v>
                </c:pt>
                <c:pt idx="489">
                  <c:v>2.66</c:v>
                </c:pt>
                <c:pt idx="490">
                  <c:v>2.71</c:v>
                </c:pt>
                <c:pt idx="491">
                  <c:v>2.76</c:v>
                </c:pt>
                <c:pt idx="492">
                  <c:v>3</c:v>
                </c:pt>
                <c:pt idx="493">
                  <c:v>3.17</c:v>
                </c:pt>
                <c:pt idx="494">
                  <c:v>3.21</c:v>
                </c:pt>
                <c:pt idx="495">
                  <c:v>2.99</c:v>
                </c:pt>
                <c:pt idx="496">
                  <c:v>2.59</c:v>
                </c:pt>
                <c:pt idx="497">
                  <c:v>2.06</c:v>
                </c:pt>
                <c:pt idx="498">
                  <c:v>1.79</c:v>
                </c:pt>
                <c:pt idx="499">
                  <c:v>1.66</c:v>
                </c:pt>
                <c:pt idx="500">
                  <c:v>1.86</c:v>
                </c:pt>
                <c:pt idx="501">
                  <c:v>1.9</c:v>
                </c:pt>
                <c:pt idx="502">
                  <c:v>1.9</c:v>
                </c:pt>
                <c:pt idx="503">
                  <c:v>1.72</c:v>
                </c:pt>
                <c:pt idx="504">
                  <c:v>1.59</c:v>
                </c:pt>
                <c:pt idx="505">
                  <c:v>1.43</c:v>
                </c:pt>
                <c:pt idx="506">
                  <c:v>1.32</c:v>
                </c:pt>
                <c:pt idx="507">
                  <c:v>1.1599999999999999</c:v>
                </c:pt>
                <c:pt idx="508">
                  <c:v>0.92</c:v>
                </c:pt>
                <c:pt idx="509">
                  <c:v>0.65</c:v>
                </c:pt>
                <c:pt idx="510">
                  <c:v>0.45</c:v>
                </c:pt>
                <c:pt idx="511">
                  <c:v>0.43</c:v>
                </c:pt>
                <c:pt idx="512">
                  <c:v>0.49</c:v>
                </c:pt>
                <c:pt idx="513">
                  <c:v>0.56999999999999995</c:v>
                </c:pt>
                <c:pt idx="514">
                  <c:v>0.65</c:v>
                </c:pt>
                <c:pt idx="515">
                  <c:v>0.79</c:v>
                </c:pt>
                <c:pt idx="516">
                  <c:v>0.9</c:v>
                </c:pt>
                <c:pt idx="517">
                  <c:v>0.94</c:v>
                </c:pt>
                <c:pt idx="518">
                  <c:v>0.87</c:v>
                </c:pt>
                <c:pt idx="519">
                  <c:v>0.78</c:v>
                </c:pt>
                <c:pt idx="520">
                  <c:v>0.85</c:v>
                </c:pt>
                <c:pt idx="521">
                  <c:v>0.95</c:v>
                </c:pt>
                <c:pt idx="522">
                  <c:v>1.22</c:v>
                </c:pt>
                <c:pt idx="523">
                  <c:v>1.41</c:v>
                </c:pt>
                <c:pt idx="524">
                  <c:v>1.71</c:v>
                </c:pt>
                <c:pt idx="525">
                  <c:v>1.75</c:v>
                </c:pt>
                <c:pt idx="526">
                  <c:v>1.63</c:v>
                </c:pt>
                <c:pt idx="527">
                  <c:v>1.46</c:v>
                </c:pt>
                <c:pt idx="528">
                  <c:v>1.5</c:v>
                </c:pt>
                <c:pt idx="529">
                  <c:v>1.88</c:v>
                </c:pt>
                <c:pt idx="530">
                  <c:v>2.23</c:v>
                </c:pt>
                <c:pt idx="531">
                  <c:v>2.41</c:v>
                </c:pt>
                <c:pt idx="532">
                  <c:v>2.2000000000000002</c:v>
                </c:pt>
                <c:pt idx="533">
                  <c:v>2.16</c:v>
                </c:pt>
                <c:pt idx="534">
                  <c:v>2.25</c:v>
                </c:pt>
                <c:pt idx="535">
                  <c:v>2.4300000000000002</c:v>
                </c:pt>
                <c:pt idx="536">
                  <c:v>2.41</c:v>
                </c:pt>
                <c:pt idx="537">
                  <c:v>2.19</c:v>
                </c:pt>
                <c:pt idx="538">
                  <c:v>2.06</c:v>
                </c:pt>
                <c:pt idx="539">
                  <c:v>1.93</c:v>
                </c:pt>
                <c:pt idx="540">
                  <c:v>1.97</c:v>
                </c:pt>
                <c:pt idx="541">
                  <c:v>2.1</c:v>
                </c:pt>
                <c:pt idx="542">
                  <c:v>2.27</c:v>
                </c:pt>
                <c:pt idx="543">
                  <c:v>2.29</c:v>
                </c:pt>
                <c:pt idx="544">
                  <c:v>2.14</c:v>
                </c:pt>
                <c:pt idx="545">
                  <c:v>1.97</c:v>
                </c:pt>
                <c:pt idx="546">
                  <c:v>1.95</c:v>
                </c:pt>
                <c:pt idx="547">
                  <c:v>2.04</c:v>
                </c:pt>
                <c:pt idx="548">
                  <c:v>2.14</c:v>
                </c:pt>
                <c:pt idx="549">
                  <c:v>1.94</c:v>
                </c:pt>
                <c:pt idx="550">
                  <c:v>1.56</c:v>
                </c:pt>
                <c:pt idx="551">
                  <c:v>1.1599999999999999</c:v>
                </c:pt>
                <c:pt idx="552">
                  <c:v>1.28</c:v>
                </c:pt>
                <c:pt idx="553">
                  <c:v>1.73</c:v>
                </c:pt>
                <c:pt idx="554">
                  <c:v>2.21</c:v>
                </c:pt>
                <c:pt idx="555">
                  <c:v>2.3199999999999998</c:v>
                </c:pt>
                <c:pt idx="556">
                  <c:v>2.13</c:v>
                </c:pt>
                <c:pt idx="557">
                  <c:v>1.93</c:v>
                </c:pt>
                <c:pt idx="558">
                  <c:v>1.84</c:v>
                </c:pt>
                <c:pt idx="559">
                  <c:v>1.82</c:v>
                </c:pt>
                <c:pt idx="560">
                  <c:v>1.89</c:v>
                </c:pt>
                <c:pt idx="561">
                  <c:v>2.0099999999999998</c:v>
                </c:pt>
                <c:pt idx="562">
                  <c:v>2.2000000000000002</c:v>
                </c:pt>
                <c:pt idx="563">
                  <c:v>2.29</c:v>
                </c:pt>
                <c:pt idx="564">
                  <c:v>2.23</c:v>
                </c:pt>
                <c:pt idx="565">
                  <c:v>2.02</c:v>
                </c:pt>
                <c:pt idx="566">
                  <c:v>1.83</c:v>
                </c:pt>
                <c:pt idx="567">
                  <c:v>1.72</c:v>
                </c:pt>
                <c:pt idx="568">
                  <c:v>1.81</c:v>
                </c:pt>
                <c:pt idx="569">
                  <c:v>1.87</c:v>
                </c:pt>
                <c:pt idx="570">
                  <c:v>1.88</c:v>
                </c:pt>
                <c:pt idx="571">
                  <c:v>1.77</c:v>
                </c:pt>
                <c:pt idx="572">
                  <c:v>1.86</c:v>
                </c:pt>
                <c:pt idx="573">
                  <c:v>2.11</c:v>
                </c:pt>
                <c:pt idx="574">
                  <c:v>2.4500000000000002</c:v>
                </c:pt>
                <c:pt idx="575">
                  <c:v>2.65</c:v>
                </c:pt>
                <c:pt idx="576">
                  <c:v>2.59</c:v>
                </c:pt>
                <c:pt idx="577">
                  <c:v>2.42</c:v>
                </c:pt>
                <c:pt idx="578">
                  <c:v>2.29</c:v>
                </c:pt>
                <c:pt idx="579">
                  <c:v>2.35</c:v>
                </c:pt>
                <c:pt idx="580">
                  <c:v>2.58</c:v>
                </c:pt>
                <c:pt idx="581">
                  <c:v>2.65</c:v>
                </c:pt>
                <c:pt idx="582">
                  <c:v>2.5499999999999998</c:v>
                </c:pt>
                <c:pt idx="583">
                  <c:v>2.34</c:v>
                </c:pt>
                <c:pt idx="584">
                  <c:v>2.3199999999999998</c:v>
                </c:pt>
                <c:pt idx="585">
                  <c:v>2.5</c:v>
                </c:pt>
                <c:pt idx="586">
                  <c:v>2.69</c:v>
                </c:pt>
                <c:pt idx="587">
                  <c:v>2.82</c:v>
                </c:pt>
                <c:pt idx="588">
                  <c:v>2.73</c:v>
                </c:pt>
                <c:pt idx="589">
                  <c:v>2.72</c:v>
                </c:pt>
                <c:pt idx="590">
                  <c:v>2.62</c:v>
                </c:pt>
                <c:pt idx="591">
                  <c:v>2.54</c:v>
                </c:pt>
                <c:pt idx="592">
                  <c:v>2.3199999999999998</c:v>
                </c:pt>
                <c:pt idx="593">
                  <c:v>2.25</c:v>
                </c:pt>
                <c:pt idx="594">
                  <c:v>2.44</c:v>
                </c:pt>
                <c:pt idx="595">
                  <c:v>2.67</c:v>
                </c:pt>
                <c:pt idx="596">
                  <c:v>2.5099999999999998</c:v>
                </c:pt>
                <c:pt idx="597">
                  <c:v>1.96</c:v>
                </c:pt>
                <c:pt idx="598">
                  <c:v>1.27</c:v>
                </c:pt>
                <c:pt idx="599">
                  <c:v>1.19</c:v>
                </c:pt>
                <c:pt idx="600">
                  <c:v>1.5</c:v>
                </c:pt>
                <c:pt idx="601">
                  <c:v>2.09</c:v>
                </c:pt>
                <c:pt idx="602">
                  <c:v>2.36</c:v>
                </c:pt>
                <c:pt idx="603">
                  <c:v>2.48</c:v>
                </c:pt>
                <c:pt idx="604">
                  <c:v>2.37</c:v>
                </c:pt>
                <c:pt idx="605">
                  <c:v>2.38</c:v>
                </c:pt>
                <c:pt idx="606">
                  <c:v>2.48</c:v>
                </c:pt>
                <c:pt idx="607">
                  <c:v>2.71</c:v>
                </c:pt>
                <c:pt idx="608">
                  <c:v>2.84</c:v>
                </c:pt>
                <c:pt idx="609">
                  <c:v>2.75</c:v>
                </c:pt>
                <c:pt idx="610">
                  <c:v>2.58</c:v>
                </c:pt>
                <c:pt idx="611">
                  <c:v>2.41</c:v>
                </c:pt>
                <c:pt idx="612">
                  <c:v>2.3199999999999998</c:v>
                </c:pt>
                <c:pt idx="613">
                  <c:v>2.2200000000000002</c:v>
                </c:pt>
                <c:pt idx="614">
                  <c:v>2.13</c:v>
                </c:pt>
                <c:pt idx="615">
                  <c:v>2.08</c:v>
                </c:pt>
                <c:pt idx="616">
                  <c:v>2.1800000000000002</c:v>
                </c:pt>
                <c:pt idx="617">
                  <c:v>2.29</c:v>
                </c:pt>
                <c:pt idx="618">
                  <c:v>2.48</c:v>
                </c:pt>
                <c:pt idx="619">
                  <c:v>2.52</c:v>
                </c:pt>
                <c:pt idx="620">
                  <c:v>2.5299999999999998</c:v>
                </c:pt>
                <c:pt idx="621">
                  <c:v>2.5099999999999998</c:v>
                </c:pt>
                <c:pt idx="622">
                  <c:v>2.46</c:v>
                </c:pt>
                <c:pt idx="623">
                  <c:v>2.46</c:v>
                </c:pt>
                <c:pt idx="624">
                  <c:v>2.46</c:v>
                </c:pt>
                <c:pt idx="625">
                  <c:v>2.72</c:v>
                </c:pt>
                <c:pt idx="626">
                  <c:v>2.89</c:v>
                </c:pt>
                <c:pt idx="627">
                  <c:v>3.08</c:v>
                </c:pt>
                <c:pt idx="628">
                  <c:v>3.01</c:v>
                </c:pt>
                <c:pt idx="629">
                  <c:v>3</c:v>
                </c:pt>
                <c:pt idx="630">
                  <c:v>2.9</c:v>
                </c:pt>
                <c:pt idx="631">
                  <c:v>2.78</c:v>
                </c:pt>
                <c:pt idx="632">
                  <c:v>2.42</c:v>
                </c:pt>
                <c:pt idx="633">
                  <c:v>1.5</c:v>
                </c:pt>
                <c:pt idx="634">
                  <c:v>0.38</c:v>
                </c:pt>
                <c:pt idx="635">
                  <c:v>-0.18</c:v>
                </c:pt>
                <c:pt idx="636">
                  <c:v>0.82</c:v>
                </c:pt>
                <c:pt idx="637">
                  <c:v>2.4</c:v>
                </c:pt>
                <c:pt idx="638">
                  <c:v>3.34</c:v>
                </c:pt>
                <c:pt idx="639">
                  <c:v>2.66</c:v>
                </c:pt>
                <c:pt idx="640">
                  <c:v>1.63</c:v>
                </c:pt>
                <c:pt idx="641">
                  <c:v>1.1200000000000001</c:v>
                </c:pt>
                <c:pt idx="642">
                  <c:v>1.24</c:v>
                </c:pt>
                <c:pt idx="643">
                  <c:v>1.42</c:v>
                </c:pt>
                <c:pt idx="644">
                  <c:v>1.56</c:v>
                </c:pt>
                <c:pt idx="645">
                  <c:v>2.2200000000000002</c:v>
                </c:pt>
                <c:pt idx="646">
                  <c:v>2.98</c:v>
                </c:pt>
                <c:pt idx="647">
                  <c:v>3.67</c:v>
                </c:pt>
                <c:pt idx="648">
                  <c:v>3.7</c:v>
                </c:pt>
                <c:pt idx="649">
                  <c:v>3.46</c:v>
                </c:pt>
                <c:pt idx="650">
                  <c:v>3.19</c:v>
                </c:pt>
                <c:pt idx="651">
                  <c:v>3.28</c:v>
                </c:pt>
                <c:pt idx="652">
                  <c:v>3.7</c:v>
                </c:pt>
                <c:pt idx="653">
                  <c:v>4.25</c:v>
                </c:pt>
                <c:pt idx="654">
                  <c:v>4.6900000000000004</c:v>
                </c:pt>
                <c:pt idx="655">
                  <c:v>5.15</c:v>
                </c:pt>
                <c:pt idx="656">
                  <c:v>5.58</c:v>
                </c:pt>
                <c:pt idx="657">
                  <c:v>5.96</c:v>
                </c:pt>
                <c:pt idx="658">
                  <c:v>6.2</c:v>
                </c:pt>
                <c:pt idx="659">
                  <c:v>6.58</c:v>
                </c:pt>
                <c:pt idx="660">
                  <c:v>6.77</c:v>
                </c:pt>
                <c:pt idx="661">
                  <c:v>6.9</c:v>
                </c:pt>
                <c:pt idx="662">
                  <c:v>6.71</c:v>
                </c:pt>
                <c:pt idx="663">
                  <c:v>6.61</c:v>
                </c:pt>
                <c:pt idx="664">
                  <c:v>6.41</c:v>
                </c:pt>
                <c:pt idx="665">
                  <c:v>6.05</c:v>
                </c:pt>
                <c:pt idx="666">
                  <c:v>5.8</c:v>
                </c:pt>
                <c:pt idx="667">
                  <c:v>5.76</c:v>
                </c:pt>
                <c:pt idx="668">
                  <c:v>5.73</c:v>
                </c:pt>
                <c:pt idx="669">
                  <c:v>5.62</c:v>
                </c:pt>
                <c:pt idx="670">
                  <c:v>5.04</c:v>
                </c:pt>
                <c:pt idx="671">
                  <c:v>4.59</c:v>
                </c:pt>
                <c:pt idx="672">
                  <c:v>3.96</c:v>
                </c:pt>
                <c:pt idx="673">
                  <c:v>3.74</c:v>
                </c:pt>
                <c:pt idx="674">
                  <c:v>3.78</c:v>
                </c:pt>
                <c:pt idx="675">
                  <c:v>4.12</c:v>
                </c:pt>
                <c:pt idx="676">
                  <c:v>4.37</c:v>
                </c:pt>
                <c:pt idx="677">
                  <c:v>4.32</c:v>
                </c:pt>
                <c:pt idx="678">
                  <c:v>4.37</c:v>
                </c:pt>
                <c:pt idx="679">
                  <c:v>4.55</c:v>
                </c:pt>
                <c:pt idx="680">
                  <c:v>4.95</c:v>
                </c:pt>
                <c:pt idx="681">
                  <c:v>4.9400000000000004</c:v>
                </c:pt>
                <c:pt idx="682">
                  <c:v>4.6100000000000003</c:v>
                </c:pt>
                <c:pt idx="683">
                  <c:v>3.87</c:v>
                </c:pt>
                <c:pt idx="684">
                  <c:v>3.19</c:v>
                </c:pt>
                <c:pt idx="685">
                  <c:v>2.84</c:v>
                </c:pt>
                <c:pt idx="686">
                  <c:v>2.94</c:v>
                </c:pt>
                <c:pt idx="687">
                  <c:v>3.31</c:v>
                </c:pt>
                <c:pt idx="688">
                  <c:v>3.53</c:v>
                </c:pt>
                <c:pt idx="689">
                  <c:v>3.44</c:v>
                </c:pt>
                <c:pt idx="690">
                  <c:v>3.31</c:v>
                </c:pt>
                <c:pt idx="691">
                  <c:v>3.29</c:v>
                </c:pt>
                <c:pt idx="692">
                  <c:v>3.39</c:v>
                </c:pt>
                <c:pt idx="693">
                  <c:v>3.26</c:v>
                </c:pt>
                <c:pt idx="694">
                  <c:v>2.95</c:v>
                </c:pt>
                <c:pt idx="695">
                  <c:v>2.89</c:v>
                </c:pt>
                <c:pt idx="696">
                  <c:v>3.11</c:v>
                </c:pt>
                <c:pt idx="697">
                  <c:v>3.55</c:v>
                </c:pt>
                <c:pt idx="698">
                  <c:v>3.63</c:v>
                </c:pt>
                <c:pt idx="699">
                  <c:v>3.22</c:v>
                </c:pt>
                <c:pt idx="700">
                  <c:v>2.4900000000000002</c:v>
                </c:pt>
                <c:pt idx="701">
                  <c:v>1.96</c:v>
                </c:pt>
                <c:pt idx="702">
                  <c:v>2.16</c:v>
                </c:pt>
                <c:pt idx="703">
                  <c:v>2.69</c:v>
                </c:pt>
                <c:pt idx="704">
                  <c:v>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51-4463-8550-2457211328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Non-Traded Sticky (3M-o-3M ann., %)</c:v>
                </c:pt>
              </c:strCache>
            </c:strRef>
          </c:tx>
          <c:spPr>
            <a:ln w="22225" cap="flat">
              <a:solidFill>
                <a:srgbClr val="6B21A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Sheet1!$A$2:$A$706</c:f>
              <c:strCache>
                <c:ptCount val="705"/>
                <c:pt idx="30">
                  <c:v>1970</c:v>
                </c:pt>
                <c:pt idx="90">
                  <c:v>1975</c:v>
                </c:pt>
                <c:pt idx="150">
                  <c:v>1980</c:v>
                </c:pt>
                <c:pt idx="210">
                  <c:v>1985</c:v>
                </c:pt>
                <c:pt idx="270">
                  <c:v>1990</c:v>
                </c:pt>
                <c:pt idx="330">
                  <c:v>1995</c:v>
                </c:pt>
                <c:pt idx="390">
                  <c:v>2000</c:v>
                </c:pt>
                <c:pt idx="450">
                  <c:v>2005</c:v>
                </c:pt>
                <c:pt idx="510">
                  <c:v>2010</c:v>
                </c:pt>
                <c:pt idx="570">
                  <c:v>2015</c:v>
                </c:pt>
                <c:pt idx="630">
                  <c:v>2020</c:v>
                </c:pt>
                <c:pt idx="690">
                  <c:v>2025</c:v>
                </c:pt>
              </c:strCache>
            </c:strRef>
          </c:cat>
          <c:val>
            <c:numRef>
              <c:f>Sheet1!$C$2:$C$706</c:f>
              <c:numCache>
                <c:formatCode>General</c:formatCode>
                <c:ptCount val="705"/>
                <c:pt idx="0">
                  <c:v>2.78</c:v>
                </c:pt>
                <c:pt idx="1">
                  <c:v>3.12</c:v>
                </c:pt>
                <c:pt idx="2">
                  <c:v>3.03</c:v>
                </c:pt>
                <c:pt idx="3">
                  <c:v>2.94</c:v>
                </c:pt>
                <c:pt idx="4">
                  <c:v>2.98</c:v>
                </c:pt>
                <c:pt idx="5">
                  <c:v>3.25</c:v>
                </c:pt>
                <c:pt idx="6">
                  <c:v>3.51</c:v>
                </c:pt>
                <c:pt idx="7">
                  <c:v>3.62</c:v>
                </c:pt>
                <c:pt idx="8">
                  <c:v>3.85</c:v>
                </c:pt>
                <c:pt idx="9">
                  <c:v>3.84</c:v>
                </c:pt>
                <c:pt idx="10">
                  <c:v>3.76</c:v>
                </c:pt>
                <c:pt idx="11">
                  <c:v>3.79</c:v>
                </c:pt>
                <c:pt idx="12">
                  <c:v>4.3099999999999996</c:v>
                </c:pt>
                <c:pt idx="13">
                  <c:v>5.28</c:v>
                </c:pt>
                <c:pt idx="14">
                  <c:v>5.27</c:v>
                </c:pt>
                <c:pt idx="15">
                  <c:v>5</c:v>
                </c:pt>
                <c:pt idx="16">
                  <c:v>4.5</c:v>
                </c:pt>
                <c:pt idx="17">
                  <c:v>5.07</c:v>
                </c:pt>
                <c:pt idx="18">
                  <c:v>5.61</c:v>
                </c:pt>
                <c:pt idx="19">
                  <c:v>5.73</c:v>
                </c:pt>
                <c:pt idx="20">
                  <c:v>5.8</c:v>
                </c:pt>
                <c:pt idx="21">
                  <c:v>5.87</c:v>
                </c:pt>
                <c:pt idx="22">
                  <c:v>6.55</c:v>
                </c:pt>
                <c:pt idx="23">
                  <c:v>6.15</c:v>
                </c:pt>
                <c:pt idx="24">
                  <c:v>5.64</c:v>
                </c:pt>
                <c:pt idx="25">
                  <c:v>4.84</c:v>
                </c:pt>
                <c:pt idx="26">
                  <c:v>5.14</c:v>
                </c:pt>
                <c:pt idx="27">
                  <c:v>5.27</c:v>
                </c:pt>
                <c:pt idx="28">
                  <c:v>5.41</c:v>
                </c:pt>
                <c:pt idx="29">
                  <c:v>5.09</c:v>
                </c:pt>
                <c:pt idx="30">
                  <c:v>5.51</c:v>
                </c:pt>
                <c:pt idx="31">
                  <c:v>6.2</c:v>
                </c:pt>
                <c:pt idx="32">
                  <c:v>7.2</c:v>
                </c:pt>
                <c:pt idx="33">
                  <c:v>7.49</c:v>
                </c:pt>
                <c:pt idx="34">
                  <c:v>7.35</c:v>
                </c:pt>
                <c:pt idx="35">
                  <c:v>6.72</c:v>
                </c:pt>
                <c:pt idx="36">
                  <c:v>6.2</c:v>
                </c:pt>
                <c:pt idx="37">
                  <c:v>5.84</c:v>
                </c:pt>
                <c:pt idx="38">
                  <c:v>5.75</c:v>
                </c:pt>
                <c:pt idx="39">
                  <c:v>5.57</c:v>
                </c:pt>
                <c:pt idx="40">
                  <c:v>5.56</c:v>
                </c:pt>
                <c:pt idx="41">
                  <c:v>5.52</c:v>
                </c:pt>
                <c:pt idx="42">
                  <c:v>5.8</c:v>
                </c:pt>
                <c:pt idx="43">
                  <c:v>5.15</c:v>
                </c:pt>
                <c:pt idx="44">
                  <c:v>3.71</c:v>
                </c:pt>
                <c:pt idx="45">
                  <c:v>2.0299999999999998</c:v>
                </c:pt>
                <c:pt idx="46">
                  <c:v>1.35</c:v>
                </c:pt>
                <c:pt idx="47">
                  <c:v>2.39</c:v>
                </c:pt>
                <c:pt idx="48">
                  <c:v>3.67</c:v>
                </c:pt>
                <c:pt idx="49">
                  <c:v>4.75</c:v>
                </c:pt>
                <c:pt idx="50">
                  <c:v>4.51</c:v>
                </c:pt>
                <c:pt idx="51">
                  <c:v>3.75</c:v>
                </c:pt>
                <c:pt idx="52">
                  <c:v>2.92</c:v>
                </c:pt>
                <c:pt idx="53">
                  <c:v>2.4300000000000002</c:v>
                </c:pt>
                <c:pt idx="54">
                  <c:v>2.94</c:v>
                </c:pt>
                <c:pt idx="55">
                  <c:v>3.35</c:v>
                </c:pt>
                <c:pt idx="56">
                  <c:v>3.62</c:v>
                </c:pt>
                <c:pt idx="57">
                  <c:v>3</c:v>
                </c:pt>
                <c:pt idx="58">
                  <c:v>2.4500000000000002</c:v>
                </c:pt>
                <c:pt idx="59">
                  <c:v>2.38</c:v>
                </c:pt>
                <c:pt idx="60">
                  <c:v>2.73</c:v>
                </c:pt>
                <c:pt idx="61">
                  <c:v>3.2</c:v>
                </c:pt>
                <c:pt idx="62">
                  <c:v>3.05</c:v>
                </c:pt>
                <c:pt idx="63">
                  <c:v>2.71</c:v>
                </c:pt>
                <c:pt idx="64">
                  <c:v>2.2599999999999998</c:v>
                </c:pt>
                <c:pt idx="65">
                  <c:v>2.21</c:v>
                </c:pt>
                <c:pt idx="66">
                  <c:v>2.12</c:v>
                </c:pt>
                <c:pt idx="67">
                  <c:v>2.08</c:v>
                </c:pt>
                <c:pt idx="68">
                  <c:v>2.06</c:v>
                </c:pt>
                <c:pt idx="69">
                  <c:v>2.3199999999999998</c:v>
                </c:pt>
                <c:pt idx="70">
                  <c:v>2.78</c:v>
                </c:pt>
                <c:pt idx="71">
                  <c:v>3.12</c:v>
                </c:pt>
                <c:pt idx="72">
                  <c:v>3.21</c:v>
                </c:pt>
                <c:pt idx="73">
                  <c:v>3.32</c:v>
                </c:pt>
                <c:pt idx="74">
                  <c:v>4.04</c:v>
                </c:pt>
                <c:pt idx="75">
                  <c:v>5.87</c:v>
                </c:pt>
                <c:pt idx="76">
                  <c:v>7.13</c:v>
                </c:pt>
                <c:pt idx="77">
                  <c:v>7.55</c:v>
                </c:pt>
                <c:pt idx="78">
                  <c:v>6.36</c:v>
                </c:pt>
                <c:pt idx="79">
                  <c:v>5.85</c:v>
                </c:pt>
                <c:pt idx="80">
                  <c:v>5.68</c:v>
                </c:pt>
                <c:pt idx="81">
                  <c:v>5.98</c:v>
                </c:pt>
                <c:pt idx="82">
                  <c:v>6.13</c:v>
                </c:pt>
                <c:pt idx="83">
                  <c:v>6.6</c:v>
                </c:pt>
                <c:pt idx="84">
                  <c:v>7.72</c:v>
                </c:pt>
                <c:pt idx="85">
                  <c:v>8.81</c:v>
                </c:pt>
                <c:pt idx="86">
                  <c:v>9.56</c:v>
                </c:pt>
                <c:pt idx="87">
                  <c:v>9.69</c:v>
                </c:pt>
                <c:pt idx="88">
                  <c:v>9.39</c:v>
                </c:pt>
                <c:pt idx="89">
                  <c:v>8.98</c:v>
                </c:pt>
                <c:pt idx="90">
                  <c:v>8.52</c:v>
                </c:pt>
                <c:pt idx="91">
                  <c:v>8.41</c:v>
                </c:pt>
                <c:pt idx="92">
                  <c:v>7.83</c:v>
                </c:pt>
                <c:pt idx="93">
                  <c:v>7.36</c:v>
                </c:pt>
                <c:pt idx="94">
                  <c:v>6.26</c:v>
                </c:pt>
                <c:pt idx="95">
                  <c:v>5.86</c:v>
                </c:pt>
                <c:pt idx="96">
                  <c:v>5.2</c:v>
                </c:pt>
                <c:pt idx="97">
                  <c:v>5.12</c:v>
                </c:pt>
                <c:pt idx="98">
                  <c:v>5.08</c:v>
                </c:pt>
                <c:pt idx="99">
                  <c:v>5.51</c:v>
                </c:pt>
                <c:pt idx="100">
                  <c:v>6.49</c:v>
                </c:pt>
                <c:pt idx="101">
                  <c:v>7.04</c:v>
                </c:pt>
                <c:pt idx="102">
                  <c:v>7.47</c:v>
                </c:pt>
                <c:pt idx="103">
                  <c:v>6.93</c:v>
                </c:pt>
                <c:pt idx="104">
                  <c:v>6.47</c:v>
                </c:pt>
                <c:pt idx="105">
                  <c:v>5.42</c:v>
                </c:pt>
                <c:pt idx="106">
                  <c:v>4.67</c:v>
                </c:pt>
                <c:pt idx="107">
                  <c:v>4.0999999999999996</c:v>
                </c:pt>
                <c:pt idx="108">
                  <c:v>4.58</c:v>
                </c:pt>
                <c:pt idx="109">
                  <c:v>5.33</c:v>
                </c:pt>
                <c:pt idx="110">
                  <c:v>6.08</c:v>
                </c:pt>
                <c:pt idx="111">
                  <c:v>5.96</c:v>
                </c:pt>
                <c:pt idx="112">
                  <c:v>5.56</c:v>
                </c:pt>
                <c:pt idx="113">
                  <c:v>4.71</c:v>
                </c:pt>
                <c:pt idx="114">
                  <c:v>4.53</c:v>
                </c:pt>
                <c:pt idx="115">
                  <c:v>4.4800000000000004</c:v>
                </c:pt>
                <c:pt idx="116">
                  <c:v>5.26</c:v>
                </c:pt>
                <c:pt idx="117">
                  <c:v>5.86</c:v>
                </c:pt>
                <c:pt idx="118">
                  <c:v>6.42</c:v>
                </c:pt>
                <c:pt idx="119">
                  <c:v>6.69</c:v>
                </c:pt>
                <c:pt idx="120">
                  <c:v>6.7</c:v>
                </c:pt>
                <c:pt idx="121">
                  <c:v>6.66</c:v>
                </c:pt>
                <c:pt idx="122">
                  <c:v>6.37</c:v>
                </c:pt>
                <c:pt idx="123">
                  <c:v>6.02</c:v>
                </c:pt>
                <c:pt idx="124">
                  <c:v>5.76</c:v>
                </c:pt>
                <c:pt idx="125">
                  <c:v>5.58</c:v>
                </c:pt>
                <c:pt idx="126">
                  <c:v>5.83</c:v>
                </c:pt>
                <c:pt idx="127">
                  <c:v>5.96</c:v>
                </c:pt>
                <c:pt idx="128">
                  <c:v>6.22</c:v>
                </c:pt>
                <c:pt idx="129">
                  <c:v>6.26</c:v>
                </c:pt>
                <c:pt idx="130">
                  <c:v>6.58</c:v>
                </c:pt>
                <c:pt idx="131">
                  <c:v>6.95</c:v>
                </c:pt>
                <c:pt idx="132">
                  <c:v>7.52</c:v>
                </c:pt>
                <c:pt idx="133">
                  <c:v>7.87</c:v>
                </c:pt>
                <c:pt idx="134">
                  <c:v>8.36</c:v>
                </c:pt>
                <c:pt idx="135">
                  <c:v>8.67</c:v>
                </c:pt>
                <c:pt idx="136">
                  <c:v>8.92</c:v>
                </c:pt>
                <c:pt idx="137">
                  <c:v>8.2799999999999994</c:v>
                </c:pt>
                <c:pt idx="138">
                  <c:v>7.27</c:v>
                </c:pt>
                <c:pt idx="139">
                  <c:v>6.66</c:v>
                </c:pt>
                <c:pt idx="140">
                  <c:v>7.09</c:v>
                </c:pt>
                <c:pt idx="141">
                  <c:v>8.23</c:v>
                </c:pt>
                <c:pt idx="142">
                  <c:v>8.9700000000000006</c:v>
                </c:pt>
                <c:pt idx="143">
                  <c:v>9.58</c:v>
                </c:pt>
                <c:pt idx="144">
                  <c:v>10</c:v>
                </c:pt>
                <c:pt idx="145">
                  <c:v>10.78</c:v>
                </c:pt>
                <c:pt idx="146">
                  <c:v>11.39</c:v>
                </c:pt>
                <c:pt idx="147">
                  <c:v>11.87</c:v>
                </c:pt>
                <c:pt idx="148">
                  <c:v>12.17</c:v>
                </c:pt>
                <c:pt idx="149">
                  <c:v>12.54</c:v>
                </c:pt>
                <c:pt idx="150">
                  <c:v>13.08</c:v>
                </c:pt>
                <c:pt idx="151">
                  <c:v>13.18</c:v>
                </c:pt>
                <c:pt idx="152">
                  <c:v>13.39</c:v>
                </c:pt>
                <c:pt idx="153">
                  <c:v>13.3</c:v>
                </c:pt>
                <c:pt idx="154">
                  <c:v>13.71</c:v>
                </c:pt>
                <c:pt idx="155">
                  <c:v>14.03</c:v>
                </c:pt>
                <c:pt idx="156">
                  <c:v>12.21</c:v>
                </c:pt>
                <c:pt idx="157">
                  <c:v>9.11</c:v>
                </c:pt>
                <c:pt idx="158">
                  <c:v>4.92</c:v>
                </c:pt>
                <c:pt idx="159">
                  <c:v>5.01</c:v>
                </c:pt>
                <c:pt idx="160">
                  <c:v>7.23</c:v>
                </c:pt>
                <c:pt idx="161">
                  <c:v>10.59</c:v>
                </c:pt>
                <c:pt idx="162">
                  <c:v>11.27</c:v>
                </c:pt>
                <c:pt idx="163">
                  <c:v>9.76</c:v>
                </c:pt>
                <c:pt idx="164">
                  <c:v>7.42</c:v>
                </c:pt>
                <c:pt idx="165">
                  <c:v>5.68</c:v>
                </c:pt>
                <c:pt idx="166">
                  <c:v>6.14</c:v>
                </c:pt>
                <c:pt idx="167">
                  <c:v>7.98</c:v>
                </c:pt>
                <c:pt idx="168">
                  <c:v>10.87</c:v>
                </c:pt>
                <c:pt idx="169">
                  <c:v>12.41</c:v>
                </c:pt>
                <c:pt idx="170">
                  <c:v>13.29</c:v>
                </c:pt>
                <c:pt idx="171">
                  <c:v>11.59</c:v>
                </c:pt>
                <c:pt idx="172">
                  <c:v>9.56</c:v>
                </c:pt>
                <c:pt idx="173">
                  <c:v>6.37</c:v>
                </c:pt>
                <c:pt idx="174">
                  <c:v>4.76</c:v>
                </c:pt>
                <c:pt idx="175">
                  <c:v>3.7</c:v>
                </c:pt>
                <c:pt idx="176">
                  <c:v>3.11</c:v>
                </c:pt>
                <c:pt idx="177">
                  <c:v>3.19</c:v>
                </c:pt>
                <c:pt idx="178">
                  <c:v>4.25</c:v>
                </c:pt>
                <c:pt idx="179">
                  <c:v>7.3</c:v>
                </c:pt>
                <c:pt idx="180">
                  <c:v>9.17</c:v>
                </c:pt>
                <c:pt idx="181">
                  <c:v>9.24</c:v>
                </c:pt>
                <c:pt idx="182">
                  <c:v>6.57</c:v>
                </c:pt>
                <c:pt idx="183">
                  <c:v>3.94</c:v>
                </c:pt>
                <c:pt idx="184">
                  <c:v>1.45</c:v>
                </c:pt>
                <c:pt idx="185">
                  <c:v>-0.41</c:v>
                </c:pt>
                <c:pt idx="186">
                  <c:v>-1.5</c:v>
                </c:pt>
                <c:pt idx="187">
                  <c:v>-1.17</c:v>
                </c:pt>
                <c:pt idx="188">
                  <c:v>0.92</c:v>
                </c:pt>
                <c:pt idx="189">
                  <c:v>2.57</c:v>
                </c:pt>
                <c:pt idx="190">
                  <c:v>3.45</c:v>
                </c:pt>
                <c:pt idx="191">
                  <c:v>3.43</c:v>
                </c:pt>
                <c:pt idx="192">
                  <c:v>3.3</c:v>
                </c:pt>
                <c:pt idx="193">
                  <c:v>3.37</c:v>
                </c:pt>
                <c:pt idx="194">
                  <c:v>3.4</c:v>
                </c:pt>
                <c:pt idx="195">
                  <c:v>3.7</c:v>
                </c:pt>
                <c:pt idx="196">
                  <c:v>3.99</c:v>
                </c:pt>
                <c:pt idx="197">
                  <c:v>4.1399999999999997</c:v>
                </c:pt>
                <c:pt idx="198">
                  <c:v>4.38</c:v>
                </c:pt>
                <c:pt idx="199">
                  <c:v>4.54</c:v>
                </c:pt>
                <c:pt idx="200">
                  <c:v>4.79</c:v>
                </c:pt>
                <c:pt idx="201">
                  <c:v>4.75</c:v>
                </c:pt>
                <c:pt idx="202">
                  <c:v>4.53</c:v>
                </c:pt>
                <c:pt idx="203">
                  <c:v>4.3</c:v>
                </c:pt>
                <c:pt idx="204">
                  <c:v>4.1399999999999997</c:v>
                </c:pt>
                <c:pt idx="205">
                  <c:v>4.34</c:v>
                </c:pt>
                <c:pt idx="206">
                  <c:v>4.51</c:v>
                </c:pt>
                <c:pt idx="207">
                  <c:v>4.57</c:v>
                </c:pt>
                <c:pt idx="208">
                  <c:v>4.38</c:v>
                </c:pt>
                <c:pt idx="209">
                  <c:v>4.21</c:v>
                </c:pt>
                <c:pt idx="210">
                  <c:v>4</c:v>
                </c:pt>
                <c:pt idx="211">
                  <c:v>4.01</c:v>
                </c:pt>
                <c:pt idx="212">
                  <c:v>3.96</c:v>
                </c:pt>
                <c:pt idx="213">
                  <c:v>4.0599999999999996</c:v>
                </c:pt>
                <c:pt idx="214">
                  <c:v>4.22</c:v>
                </c:pt>
                <c:pt idx="215">
                  <c:v>4.47</c:v>
                </c:pt>
                <c:pt idx="216">
                  <c:v>4.87</c:v>
                </c:pt>
                <c:pt idx="217">
                  <c:v>4.88</c:v>
                </c:pt>
                <c:pt idx="218">
                  <c:v>4.62</c:v>
                </c:pt>
                <c:pt idx="219">
                  <c:v>4.21</c:v>
                </c:pt>
                <c:pt idx="220">
                  <c:v>4.21</c:v>
                </c:pt>
                <c:pt idx="221">
                  <c:v>4.46</c:v>
                </c:pt>
                <c:pt idx="222">
                  <c:v>4.83</c:v>
                </c:pt>
                <c:pt idx="223">
                  <c:v>4.7</c:v>
                </c:pt>
                <c:pt idx="224">
                  <c:v>4.76</c:v>
                </c:pt>
                <c:pt idx="225">
                  <c:v>4.68</c:v>
                </c:pt>
                <c:pt idx="226">
                  <c:v>4.75</c:v>
                </c:pt>
                <c:pt idx="227">
                  <c:v>4.4800000000000004</c:v>
                </c:pt>
                <c:pt idx="228">
                  <c:v>4.0199999999999996</c:v>
                </c:pt>
                <c:pt idx="229">
                  <c:v>3.8</c:v>
                </c:pt>
                <c:pt idx="230">
                  <c:v>3.61</c:v>
                </c:pt>
                <c:pt idx="231">
                  <c:v>3.86</c:v>
                </c:pt>
                <c:pt idx="232">
                  <c:v>4.0199999999999996</c:v>
                </c:pt>
                <c:pt idx="233">
                  <c:v>4.16</c:v>
                </c:pt>
                <c:pt idx="234">
                  <c:v>3.87</c:v>
                </c:pt>
                <c:pt idx="235">
                  <c:v>3.57</c:v>
                </c:pt>
                <c:pt idx="236">
                  <c:v>3.38</c:v>
                </c:pt>
                <c:pt idx="237">
                  <c:v>3.7</c:v>
                </c:pt>
                <c:pt idx="238">
                  <c:v>4</c:v>
                </c:pt>
                <c:pt idx="239">
                  <c:v>4.07</c:v>
                </c:pt>
                <c:pt idx="240">
                  <c:v>3.53</c:v>
                </c:pt>
                <c:pt idx="241">
                  <c:v>3.16</c:v>
                </c:pt>
                <c:pt idx="242">
                  <c:v>3.29</c:v>
                </c:pt>
                <c:pt idx="243">
                  <c:v>4.03</c:v>
                </c:pt>
                <c:pt idx="244">
                  <c:v>4.42</c:v>
                </c:pt>
                <c:pt idx="245">
                  <c:v>4.46</c:v>
                </c:pt>
                <c:pt idx="246">
                  <c:v>4.0599999999999996</c:v>
                </c:pt>
                <c:pt idx="247">
                  <c:v>3.93</c:v>
                </c:pt>
                <c:pt idx="248">
                  <c:v>3.87</c:v>
                </c:pt>
                <c:pt idx="249">
                  <c:v>3.91</c:v>
                </c:pt>
                <c:pt idx="250">
                  <c:v>3.94</c:v>
                </c:pt>
                <c:pt idx="251">
                  <c:v>3.99</c:v>
                </c:pt>
                <c:pt idx="252">
                  <c:v>3.95</c:v>
                </c:pt>
                <c:pt idx="253">
                  <c:v>3.95</c:v>
                </c:pt>
                <c:pt idx="254">
                  <c:v>3.96</c:v>
                </c:pt>
                <c:pt idx="255">
                  <c:v>4.1900000000000004</c:v>
                </c:pt>
                <c:pt idx="256">
                  <c:v>4.21</c:v>
                </c:pt>
                <c:pt idx="257">
                  <c:v>4.16</c:v>
                </c:pt>
                <c:pt idx="258">
                  <c:v>4.0199999999999996</c:v>
                </c:pt>
                <c:pt idx="259">
                  <c:v>4.03</c:v>
                </c:pt>
                <c:pt idx="260">
                  <c:v>4.12</c:v>
                </c:pt>
                <c:pt idx="261">
                  <c:v>4.18</c:v>
                </c:pt>
                <c:pt idx="262">
                  <c:v>4.28</c:v>
                </c:pt>
                <c:pt idx="263">
                  <c:v>4.3099999999999996</c:v>
                </c:pt>
                <c:pt idx="264">
                  <c:v>4.5199999999999996</c:v>
                </c:pt>
                <c:pt idx="265">
                  <c:v>4.4800000000000004</c:v>
                </c:pt>
                <c:pt idx="266">
                  <c:v>4.3099999999999996</c:v>
                </c:pt>
                <c:pt idx="267">
                  <c:v>4.0199999999999996</c:v>
                </c:pt>
                <c:pt idx="268">
                  <c:v>3.94</c:v>
                </c:pt>
                <c:pt idx="269">
                  <c:v>4.22</c:v>
                </c:pt>
                <c:pt idx="270">
                  <c:v>4.41</c:v>
                </c:pt>
                <c:pt idx="271">
                  <c:v>4.4800000000000004</c:v>
                </c:pt>
                <c:pt idx="272">
                  <c:v>4.63</c:v>
                </c:pt>
                <c:pt idx="273">
                  <c:v>4.8499999999999996</c:v>
                </c:pt>
                <c:pt idx="274">
                  <c:v>5.18</c:v>
                </c:pt>
                <c:pt idx="275">
                  <c:v>5.15</c:v>
                </c:pt>
                <c:pt idx="276">
                  <c:v>5.32</c:v>
                </c:pt>
                <c:pt idx="277">
                  <c:v>5.88</c:v>
                </c:pt>
                <c:pt idx="278">
                  <c:v>6.18</c:v>
                </c:pt>
                <c:pt idx="279">
                  <c:v>5.95</c:v>
                </c:pt>
                <c:pt idx="280">
                  <c:v>4.82</c:v>
                </c:pt>
                <c:pt idx="281">
                  <c:v>4.08</c:v>
                </c:pt>
                <c:pt idx="282">
                  <c:v>3.83</c:v>
                </c:pt>
                <c:pt idx="283">
                  <c:v>3.98</c:v>
                </c:pt>
                <c:pt idx="284">
                  <c:v>3.95</c:v>
                </c:pt>
                <c:pt idx="285">
                  <c:v>3.44</c:v>
                </c:pt>
                <c:pt idx="286">
                  <c:v>3.02</c:v>
                </c:pt>
                <c:pt idx="287">
                  <c:v>2.85</c:v>
                </c:pt>
                <c:pt idx="288">
                  <c:v>3.17</c:v>
                </c:pt>
                <c:pt idx="289">
                  <c:v>3.54</c:v>
                </c:pt>
                <c:pt idx="290">
                  <c:v>3.86</c:v>
                </c:pt>
                <c:pt idx="291">
                  <c:v>3.87</c:v>
                </c:pt>
                <c:pt idx="292">
                  <c:v>3.79</c:v>
                </c:pt>
                <c:pt idx="293">
                  <c:v>3.59</c:v>
                </c:pt>
                <c:pt idx="294">
                  <c:v>3.61</c:v>
                </c:pt>
                <c:pt idx="295">
                  <c:v>3.48</c:v>
                </c:pt>
                <c:pt idx="296">
                  <c:v>3.33</c:v>
                </c:pt>
                <c:pt idx="297">
                  <c:v>3.11</c:v>
                </c:pt>
                <c:pt idx="298">
                  <c:v>3.08</c:v>
                </c:pt>
                <c:pt idx="299">
                  <c:v>2.97</c:v>
                </c:pt>
                <c:pt idx="300">
                  <c:v>2.83</c:v>
                </c:pt>
                <c:pt idx="301">
                  <c:v>2.69</c:v>
                </c:pt>
                <c:pt idx="302">
                  <c:v>2.59</c:v>
                </c:pt>
                <c:pt idx="303">
                  <c:v>2.8</c:v>
                </c:pt>
                <c:pt idx="304">
                  <c:v>3.11</c:v>
                </c:pt>
                <c:pt idx="305">
                  <c:v>3.62</c:v>
                </c:pt>
                <c:pt idx="306">
                  <c:v>3.7</c:v>
                </c:pt>
                <c:pt idx="307">
                  <c:v>3.64</c:v>
                </c:pt>
                <c:pt idx="308">
                  <c:v>3.38</c:v>
                </c:pt>
                <c:pt idx="309">
                  <c:v>3.23</c:v>
                </c:pt>
                <c:pt idx="310">
                  <c:v>3.13</c:v>
                </c:pt>
                <c:pt idx="311">
                  <c:v>3.28</c:v>
                </c:pt>
                <c:pt idx="312">
                  <c:v>3.21</c:v>
                </c:pt>
                <c:pt idx="313">
                  <c:v>3.05</c:v>
                </c:pt>
                <c:pt idx="314">
                  <c:v>2.72</c:v>
                </c:pt>
                <c:pt idx="315">
                  <c:v>2.75</c:v>
                </c:pt>
                <c:pt idx="316">
                  <c:v>2.9</c:v>
                </c:pt>
                <c:pt idx="317">
                  <c:v>3.16</c:v>
                </c:pt>
                <c:pt idx="318">
                  <c:v>3.21</c:v>
                </c:pt>
                <c:pt idx="319">
                  <c:v>3.28</c:v>
                </c:pt>
                <c:pt idx="320">
                  <c:v>3.26</c:v>
                </c:pt>
                <c:pt idx="321">
                  <c:v>3.3</c:v>
                </c:pt>
                <c:pt idx="322">
                  <c:v>2.97</c:v>
                </c:pt>
                <c:pt idx="323">
                  <c:v>2.52</c:v>
                </c:pt>
                <c:pt idx="324">
                  <c:v>2.12</c:v>
                </c:pt>
                <c:pt idx="325">
                  <c:v>2.35</c:v>
                </c:pt>
                <c:pt idx="326">
                  <c:v>2.72</c:v>
                </c:pt>
                <c:pt idx="327">
                  <c:v>3.09</c:v>
                </c:pt>
                <c:pt idx="328">
                  <c:v>3.03</c:v>
                </c:pt>
                <c:pt idx="329">
                  <c:v>2.8</c:v>
                </c:pt>
                <c:pt idx="330">
                  <c:v>2.79</c:v>
                </c:pt>
                <c:pt idx="331">
                  <c:v>2.87</c:v>
                </c:pt>
                <c:pt idx="332">
                  <c:v>3.38</c:v>
                </c:pt>
                <c:pt idx="333">
                  <c:v>3.55</c:v>
                </c:pt>
                <c:pt idx="334">
                  <c:v>3.67</c:v>
                </c:pt>
                <c:pt idx="335">
                  <c:v>3.4</c:v>
                </c:pt>
                <c:pt idx="336">
                  <c:v>3.06</c:v>
                </c:pt>
                <c:pt idx="337">
                  <c:v>2.72</c:v>
                </c:pt>
                <c:pt idx="338">
                  <c:v>2.5499999999999998</c:v>
                </c:pt>
                <c:pt idx="339">
                  <c:v>2.65</c:v>
                </c:pt>
                <c:pt idx="340">
                  <c:v>2.9</c:v>
                </c:pt>
                <c:pt idx="341">
                  <c:v>2.81</c:v>
                </c:pt>
                <c:pt idx="342">
                  <c:v>2.66</c:v>
                </c:pt>
                <c:pt idx="343">
                  <c:v>2.48</c:v>
                </c:pt>
                <c:pt idx="344">
                  <c:v>2.71</c:v>
                </c:pt>
                <c:pt idx="345">
                  <c:v>2.72</c:v>
                </c:pt>
                <c:pt idx="346">
                  <c:v>2.7</c:v>
                </c:pt>
                <c:pt idx="347">
                  <c:v>2.6</c:v>
                </c:pt>
                <c:pt idx="348">
                  <c:v>2.79</c:v>
                </c:pt>
                <c:pt idx="349">
                  <c:v>2.85</c:v>
                </c:pt>
                <c:pt idx="350">
                  <c:v>2.91</c:v>
                </c:pt>
                <c:pt idx="351">
                  <c:v>2.78</c:v>
                </c:pt>
                <c:pt idx="352">
                  <c:v>2.83</c:v>
                </c:pt>
                <c:pt idx="353">
                  <c:v>2.72</c:v>
                </c:pt>
                <c:pt idx="354">
                  <c:v>2.67</c:v>
                </c:pt>
                <c:pt idx="355">
                  <c:v>2.4</c:v>
                </c:pt>
                <c:pt idx="356">
                  <c:v>2.35</c:v>
                </c:pt>
                <c:pt idx="357">
                  <c:v>2.34</c:v>
                </c:pt>
                <c:pt idx="358">
                  <c:v>2.54</c:v>
                </c:pt>
                <c:pt idx="359">
                  <c:v>2.58</c:v>
                </c:pt>
                <c:pt idx="360">
                  <c:v>2.58</c:v>
                </c:pt>
                <c:pt idx="361">
                  <c:v>2.4500000000000002</c:v>
                </c:pt>
                <c:pt idx="362">
                  <c:v>2.37</c:v>
                </c:pt>
                <c:pt idx="363">
                  <c:v>2.37</c:v>
                </c:pt>
                <c:pt idx="364">
                  <c:v>2.4300000000000002</c:v>
                </c:pt>
                <c:pt idx="365">
                  <c:v>2.58</c:v>
                </c:pt>
                <c:pt idx="366">
                  <c:v>2.58</c:v>
                </c:pt>
                <c:pt idx="367">
                  <c:v>2.57</c:v>
                </c:pt>
                <c:pt idx="368">
                  <c:v>2.4700000000000002</c:v>
                </c:pt>
                <c:pt idx="369">
                  <c:v>2.4</c:v>
                </c:pt>
                <c:pt idx="370">
                  <c:v>2.33</c:v>
                </c:pt>
                <c:pt idx="371">
                  <c:v>2.2200000000000002</c:v>
                </c:pt>
                <c:pt idx="372">
                  <c:v>2.14</c:v>
                </c:pt>
                <c:pt idx="373">
                  <c:v>2.04</c:v>
                </c:pt>
                <c:pt idx="374">
                  <c:v>2.0099999999999998</c:v>
                </c:pt>
                <c:pt idx="375">
                  <c:v>2</c:v>
                </c:pt>
                <c:pt idx="376">
                  <c:v>2</c:v>
                </c:pt>
                <c:pt idx="377">
                  <c:v>1.96</c:v>
                </c:pt>
                <c:pt idx="378">
                  <c:v>1.93</c:v>
                </c:pt>
                <c:pt idx="379">
                  <c:v>1.84</c:v>
                </c:pt>
                <c:pt idx="380">
                  <c:v>1.85</c:v>
                </c:pt>
                <c:pt idx="381">
                  <c:v>1.86</c:v>
                </c:pt>
                <c:pt idx="382">
                  <c:v>1.92</c:v>
                </c:pt>
                <c:pt idx="383">
                  <c:v>1.78</c:v>
                </c:pt>
                <c:pt idx="384">
                  <c:v>1.7</c:v>
                </c:pt>
                <c:pt idx="385">
                  <c:v>1.61</c:v>
                </c:pt>
                <c:pt idx="386">
                  <c:v>1.7</c:v>
                </c:pt>
                <c:pt idx="387">
                  <c:v>1.71</c:v>
                </c:pt>
                <c:pt idx="388">
                  <c:v>1.92</c:v>
                </c:pt>
                <c:pt idx="389">
                  <c:v>2.13</c:v>
                </c:pt>
                <c:pt idx="390">
                  <c:v>2.5499999999999998</c:v>
                </c:pt>
                <c:pt idx="391">
                  <c:v>2.63</c:v>
                </c:pt>
                <c:pt idx="392">
                  <c:v>2.76</c:v>
                </c:pt>
                <c:pt idx="393">
                  <c:v>2.4500000000000002</c:v>
                </c:pt>
                <c:pt idx="394">
                  <c:v>2.41</c:v>
                </c:pt>
                <c:pt idx="395">
                  <c:v>2.29</c:v>
                </c:pt>
                <c:pt idx="396">
                  <c:v>2.54</c:v>
                </c:pt>
                <c:pt idx="397">
                  <c:v>2.71</c:v>
                </c:pt>
                <c:pt idx="398">
                  <c:v>2.74</c:v>
                </c:pt>
                <c:pt idx="399">
                  <c:v>2.65</c:v>
                </c:pt>
                <c:pt idx="400">
                  <c:v>2.41</c:v>
                </c:pt>
                <c:pt idx="401">
                  <c:v>2.4500000000000002</c:v>
                </c:pt>
                <c:pt idx="402">
                  <c:v>2.57</c:v>
                </c:pt>
                <c:pt idx="403">
                  <c:v>2.85</c:v>
                </c:pt>
                <c:pt idx="404">
                  <c:v>2.94</c:v>
                </c:pt>
                <c:pt idx="405">
                  <c:v>2.97</c:v>
                </c:pt>
                <c:pt idx="406">
                  <c:v>2.98</c:v>
                </c:pt>
                <c:pt idx="407">
                  <c:v>3.12</c:v>
                </c:pt>
                <c:pt idx="408">
                  <c:v>3.22</c:v>
                </c:pt>
                <c:pt idx="409">
                  <c:v>3.37</c:v>
                </c:pt>
                <c:pt idx="410">
                  <c:v>3.33</c:v>
                </c:pt>
                <c:pt idx="411">
                  <c:v>3.43</c:v>
                </c:pt>
                <c:pt idx="412">
                  <c:v>3.45</c:v>
                </c:pt>
                <c:pt idx="413">
                  <c:v>3.5</c:v>
                </c:pt>
                <c:pt idx="414">
                  <c:v>3.41</c:v>
                </c:pt>
                <c:pt idx="415">
                  <c:v>3.21</c:v>
                </c:pt>
                <c:pt idx="416">
                  <c:v>3.01</c:v>
                </c:pt>
                <c:pt idx="417">
                  <c:v>2.8</c:v>
                </c:pt>
                <c:pt idx="418">
                  <c:v>2.71</c:v>
                </c:pt>
                <c:pt idx="419">
                  <c:v>2.61</c:v>
                </c:pt>
                <c:pt idx="420">
                  <c:v>2.61</c:v>
                </c:pt>
                <c:pt idx="421">
                  <c:v>2.62</c:v>
                </c:pt>
                <c:pt idx="422">
                  <c:v>2.73</c:v>
                </c:pt>
                <c:pt idx="423">
                  <c:v>2.69</c:v>
                </c:pt>
                <c:pt idx="424">
                  <c:v>2.62</c:v>
                </c:pt>
                <c:pt idx="425">
                  <c:v>2.56</c:v>
                </c:pt>
                <c:pt idx="426">
                  <c:v>2.66</c:v>
                </c:pt>
                <c:pt idx="427">
                  <c:v>2.67</c:v>
                </c:pt>
                <c:pt idx="428">
                  <c:v>2.48</c:v>
                </c:pt>
                <c:pt idx="429">
                  <c:v>2.04</c:v>
                </c:pt>
                <c:pt idx="430">
                  <c:v>1.72</c:v>
                </c:pt>
                <c:pt idx="431">
                  <c:v>1.48</c:v>
                </c:pt>
                <c:pt idx="432">
                  <c:v>1.62</c:v>
                </c:pt>
                <c:pt idx="433">
                  <c:v>1.75</c:v>
                </c:pt>
                <c:pt idx="434">
                  <c:v>2.1</c:v>
                </c:pt>
                <c:pt idx="435">
                  <c:v>2.2200000000000002</c:v>
                </c:pt>
                <c:pt idx="436">
                  <c:v>2.27</c:v>
                </c:pt>
                <c:pt idx="437">
                  <c:v>2.06</c:v>
                </c:pt>
                <c:pt idx="438">
                  <c:v>1.9</c:v>
                </c:pt>
                <c:pt idx="439">
                  <c:v>1.95</c:v>
                </c:pt>
                <c:pt idx="440">
                  <c:v>2.19</c:v>
                </c:pt>
                <c:pt idx="441">
                  <c:v>2.39</c:v>
                </c:pt>
                <c:pt idx="442">
                  <c:v>2.3199999999999998</c:v>
                </c:pt>
                <c:pt idx="443">
                  <c:v>2.21</c:v>
                </c:pt>
                <c:pt idx="444">
                  <c:v>2.02</c:v>
                </c:pt>
                <c:pt idx="445">
                  <c:v>2.0099999999999998</c:v>
                </c:pt>
                <c:pt idx="446">
                  <c:v>1.88</c:v>
                </c:pt>
                <c:pt idx="447">
                  <c:v>1.84</c:v>
                </c:pt>
                <c:pt idx="448">
                  <c:v>1.76</c:v>
                </c:pt>
                <c:pt idx="449">
                  <c:v>1.81</c:v>
                </c:pt>
                <c:pt idx="450">
                  <c:v>2</c:v>
                </c:pt>
                <c:pt idx="451">
                  <c:v>2.19</c:v>
                </c:pt>
                <c:pt idx="452">
                  <c:v>2.37</c:v>
                </c:pt>
                <c:pt idx="453">
                  <c:v>2.36</c:v>
                </c:pt>
                <c:pt idx="454">
                  <c:v>2.29</c:v>
                </c:pt>
                <c:pt idx="455">
                  <c:v>2.11</c:v>
                </c:pt>
                <c:pt idx="456">
                  <c:v>2.0299999999999998</c:v>
                </c:pt>
                <c:pt idx="457">
                  <c:v>1.86</c:v>
                </c:pt>
                <c:pt idx="458">
                  <c:v>1.98</c:v>
                </c:pt>
                <c:pt idx="459">
                  <c:v>2.0099999999999998</c:v>
                </c:pt>
                <c:pt idx="460">
                  <c:v>2.3199999999999998</c:v>
                </c:pt>
                <c:pt idx="461">
                  <c:v>2.34</c:v>
                </c:pt>
                <c:pt idx="462">
                  <c:v>2.4700000000000002</c:v>
                </c:pt>
                <c:pt idx="463">
                  <c:v>2.39</c:v>
                </c:pt>
                <c:pt idx="464">
                  <c:v>2.5499999999999998</c:v>
                </c:pt>
                <c:pt idx="465">
                  <c:v>2.74</c:v>
                </c:pt>
                <c:pt idx="466">
                  <c:v>3.05</c:v>
                </c:pt>
                <c:pt idx="467">
                  <c:v>3.3</c:v>
                </c:pt>
                <c:pt idx="468">
                  <c:v>3.45</c:v>
                </c:pt>
                <c:pt idx="469">
                  <c:v>3.41</c:v>
                </c:pt>
                <c:pt idx="470">
                  <c:v>3.19</c:v>
                </c:pt>
                <c:pt idx="471">
                  <c:v>2.93</c:v>
                </c:pt>
                <c:pt idx="472">
                  <c:v>2.68</c:v>
                </c:pt>
                <c:pt idx="473">
                  <c:v>2.48</c:v>
                </c:pt>
                <c:pt idx="474">
                  <c:v>2.31</c:v>
                </c:pt>
                <c:pt idx="475">
                  <c:v>2.36</c:v>
                </c:pt>
                <c:pt idx="476">
                  <c:v>2.5099999999999998</c:v>
                </c:pt>
                <c:pt idx="477">
                  <c:v>2.58</c:v>
                </c:pt>
                <c:pt idx="478">
                  <c:v>2.4</c:v>
                </c:pt>
                <c:pt idx="479">
                  <c:v>2.13</c:v>
                </c:pt>
                <c:pt idx="480">
                  <c:v>1.99</c:v>
                </c:pt>
                <c:pt idx="481">
                  <c:v>2.02</c:v>
                </c:pt>
                <c:pt idx="482">
                  <c:v>2.2200000000000002</c:v>
                </c:pt>
                <c:pt idx="483">
                  <c:v>2.4900000000000002</c:v>
                </c:pt>
                <c:pt idx="484">
                  <c:v>2.83</c:v>
                </c:pt>
                <c:pt idx="485">
                  <c:v>3.01</c:v>
                </c:pt>
                <c:pt idx="486">
                  <c:v>3.04</c:v>
                </c:pt>
                <c:pt idx="487">
                  <c:v>2.79</c:v>
                </c:pt>
                <c:pt idx="488">
                  <c:v>2.56</c:v>
                </c:pt>
                <c:pt idx="489">
                  <c:v>2.3199999999999998</c:v>
                </c:pt>
                <c:pt idx="490">
                  <c:v>2.37</c:v>
                </c:pt>
                <c:pt idx="491">
                  <c:v>2.5</c:v>
                </c:pt>
                <c:pt idx="492">
                  <c:v>2.78</c:v>
                </c:pt>
                <c:pt idx="493">
                  <c:v>2.93</c:v>
                </c:pt>
                <c:pt idx="494">
                  <c:v>2.85</c:v>
                </c:pt>
                <c:pt idx="495">
                  <c:v>2.5499999999999998</c:v>
                </c:pt>
                <c:pt idx="496">
                  <c:v>2.12</c:v>
                </c:pt>
                <c:pt idx="497">
                  <c:v>1.69</c:v>
                </c:pt>
                <c:pt idx="498">
                  <c:v>1.49</c:v>
                </c:pt>
                <c:pt idx="499">
                  <c:v>1.41</c:v>
                </c:pt>
                <c:pt idx="500">
                  <c:v>1.62</c:v>
                </c:pt>
                <c:pt idx="501">
                  <c:v>1.64</c:v>
                </c:pt>
                <c:pt idx="502">
                  <c:v>1.66</c:v>
                </c:pt>
                <c:pt idx="503">
                  <c:v>1.49</c:v>
                </c:pt>
                <c:pt idx="504">
                  <c:v>1.45</c:v>
                </c:pt>
                <c:pt idx="505">
                  <c:v>1.37</c:v>
                </c:pt>
                <c:pt idx="506">
                  <c:v>1.33</c:v>
                </c:pt>
                <c:pt idx="507">
                  <c:v>1.21</c:v>
                </c:pt>
                <c:pt idx="508">
                  <c:v>0.95</c:v>
                </c:pt>
                <c:pt idx="509">
                  <c:v>0.68</c:v>
                </c:pt>
                <c:pt idx="510">
                  <c:v>0.47</c:v>
                </c:pt>
                <c:pt idx="511">
                  <c:v>0.48</c:v>
                </c:pt>
                <c:pt idx="512">
                  <c:v>0.55000000000000004</c:v>
                </c:pt>
                <c:pt idx="513">
                  <c:v>0.69</c:v>
                </c:pt>
                <c:pt idx="514">
                  <c:v>0.8</c:v>
                </c:pt>
                <c:pt idx="515">
                  <c:v>0.98</c:v>
                </c:pt>
                <c:pt idx="516">
                  <c:v>1.02</c:v>
                </c:pt>
                <c:pt idx="517">
                  <c:v>1</c:v>
                </c:pt>
                <c:pt idx="518">
                  <c:v>0.87</c:v>
                </c:pt>
                <c:pt idx="519">
                  <c:v>0.79</c:v>
                </c:pt>
                <c:pt idx="520">
                  <c:v>0.87</c:v>
                </c:pt>
                <c:pt idx="521">
                  <c:v>0.97</c:v>
                </c:pt>
                <c:pt idx="522">
                  <c:v>1.19</c:v>
                </c:pt>
                <c:pt idx="523">
                  <c:v>1.34</c:v>
                </c:pt>
                <c:pt idx="524">
                  <c:v>1.58</c:v>
                </c:pt>
                <c:pt idx="525">
                  <c:v>1.57</c:v>
                </c:pt>
                <c:pt idx="526">
                  <c:v>1.4</c:v>
                </c:pt>
                <c:pt idx="527">
                  <c:v>1.21</c:v>
                </c:pt>
                <c:pt idx="528">
                  <c:v>1.3</c:v>
                </c:pt>
                <c:pt idx="529">
                  <c:v>1.69</c:v>
                </c:pt>
                <c:pt idx="530">
                  <c:v>2.0299999999999998</c:v>
                </c:pt>
                <c:pt idx="531">
                  <c:v>2.16</c:v>
                </c:pt>
                <c:pt idx="532">
                  <c:v>1.93</c:v>
                </c:pt>
                <c:pt idx="533">
                  <c:v>1.86</c:v>
                </c:pt>
                <c:pt idx="534">
                  <c:v>1.94</c:v>
                </c:pt>
                <c:pt idx="535">
                  <c:v>2.12</c:v>
                </c:pt>
                <c:pt idx="536">
                  <c:v>2.1</c:v>
                </c:pt>
                <c:pt idx="537">
                  <c:v>1.93</c:v>
                </c:pt>
                <c:pt idx="538">
                  <c:v>1.86</c:v>
                </c:pt>
                <c:pt idx="539">
                  <c:v>1.79</c:v>
                </c:pt>
                <c:pt idx="540">
                  <c:v>1.82</c:v>
                </c:pt>
                <c:pt idx="541">
                  <c:v>1.91</c:v>
                </c:pt>
                <c:pt idx="542">
                  <c:v>2.09</c:v>
                </c:pt>
                <c:pt idx="543">
                  <c:v>2.19</c:v>
                </c:pt>
                <c:pt idx="544">
                  <c:v>2.11</c:v>
                </c:pt>
                <c:pt idx="545">
                  <c:v>1.99</c:v>
                </c:pt>
                <c:pt idx="546">
                  <c:v>1.98</c:v>
                </c:pt>
                <c:pt idx="547">
                  <c:v>2.1</c:v>
                </c:pt>
                <c:pt idx="548">
                  <c:v>2.1800000000000002</c:v>
                </c:pt>
                <c:pt idx="549">
                  <c:v>1.95</c:v>
                </c:pt>
                <c:pt idx="550">
                  <c:v>1.55</c:v>
                </c:pt>
                <c:pt idx="551">
                  <c:v>1.1599999999999999</c:v>
                </c:pt>
                <c:pt idx="552">
                  <c:v>1.29</c:v>
                </c:pt>
                <c:pt idx="553">
                  <c:v>1.71</c:v>
                </c:pt>
                <c:pt idx="554">
                  <c:v>2.19</c:v>
                </c:pt>
                <c:pt idx="555">
                  <c:v>2.27</c:v>
                </c:pt>
                <c:pt idx="556">
                  <c:v>2.12</c:v>
                </c:pt>
                <c:pt idx="557">
                  <c:v>1.95</c:v>
                </c:pt>
                <c:pt idx="558">
                  <c:v>1.89</c:v>
                </c:pt>
                <c:pt idx="559">
                  <c:v>1.88</c:v>
                </c:pt>
                <c:pt idx="560">
                  <c:v>1.88</c:v>
                </c:pt>
                <c:pt idx="561">
                  <c:v>1.97</c:v>
                </c:pt>
                <c:pt idx="562">
                  <c:v>2.13</c:v>
                </c:pt>
                <c:pt idx="563">
                  <c:v>2.19</c:v>
                </c:pt>
                <c:pt idx="564">
                  <c:v>2.1</c:v>
                </c:pt>
                <c:pt idx="565">
                  <c:v>1.87</c:v>
                </c:pt>
                <c:pt idx="566">
                  <c:v>1.68</c:v>
                </c:pt>
                <c:pt idx="567">
                  <c:v>1.56</c:v>
                </c:pt>
                <c:pt idx="568">
                  <c:v>1.62</c:v>
                </c:pt>
                <c:pt idx="569">
                  <c:v>1.66</c:v>
                </c:pt>
                <c:pt idx="570">
                  <c:v>1.73</c:v>
                </c:pt>
                <c:pt idx="571">
                  <c:v>1.7</c:v>
                </c:pt>
                <c:pt idx="572">
                  <c:v>1.82</c:v>
                </c:pt>
                <c:pt idx="573">
                  <c:v>1.99</c:v>
                </c:pt>
                <c:pt idx="574">
                  <c:v>2.25</c:v>
                </c:pt>
                <c:pt idx="575">
                  <c:v>2.44</c:v>
                </c:pt>
                <c:pt idx="576">
                  <c:v>2.4900000000000002</c:v>
                </c:pt>
                <c:pt idx="577">
                  <c:v>2.42</c:v>
                </c:pt>
                <c:pt idx="578">
                  <c:v>2.29</c:v>
                </c:pt>
                <c:pt idx="579">
                  <c:v>2.29</c:v>
                </c:pt>
                <c:pt idx="580">
                  <c:v>2.44</c:v>
                </c:pt>
                <c:pt idx="581">
                  <c:v>2.52</c:v>
                </c:pt>
                <c:pt idx="582">
                  <c:v>2.4700000000000002</c:v>
                </c:pt>
                <c:pt idx="583">
                  <c:v>2.2999999999999998</c:v>
                </c:pt>
                <c:pt idx="584">
                  <c:v>2.25</c:v>
                </c:pt>
                <c:pt idx="585">
                  <c:v>2.37</c:v>
                </c:pt>
                <c:pt idx="586">
                  <c:v>2.61</c:v>
                </c:pt>
                <c:pt idx="587">
                  <c:v>2.79</c:v>
                </c:pt>
                <c:pt idx="588">
                  <c:v>2.7</c:v>
                </c:pt>
                <c:pt idx="589">
                  <c:v>2.5299999999999998</c:v>
                </c:pt>
                <c:pt idx="590">
                  <c:v>2.29</c:v>
                </c:pt>
                <c:pt idx="591">
                  <c:v>2.19</c:v>
                </c:pt>
                <c:pt idx="592">
                  <c:v>2.11</c:v>
                </c:pt>
                <c:pt idx="593">
                  <c:v>2.2200000000000002</c:v>
                </c:pt>
                <c:pt idx="594">
                  <c:v>2.48</c:v>
                </c:pt>
                <c:pt idx="595">
                  <c:v>2.64</c:v>
                </c:pt>
                <c:pt idx="596">
                  <c:v>2.38</c:v>
                </c:pt>
                <c:pt idx="597">
                  <c:v>1.84</c:v>
                </c:pt>
                <c:pt idx="598">
                  <c:v>1.25</c:v>
                </c:pt>
                <c:pt idx="599">
                  <c:v>1.25</c:v>
                </c:pt>
                <c:pt idx="600">
                  <c:v>1.53</c:v>
                </c:pt>
                <c:pt idx="601">
                  <c:v>2.02</c:v>
                </c:pt>
                <c:pt idx="602">
                  <c:v>2.25</c:v>
                </c:pt>
                <c:pt idx="603">
                  <c:v>2.42</c:v>
                </c:pt>
                <c:pt idx="604">
                  <c:v>2.39</c:v>
                </c:pt>
                <c:pt idx="605">
                  <c:v>2.39</c:v>
                </c:pt>
                <c:pt idx="606">
                  <c:v>2.38</c:v>
                </c:pt>
                <c:pt idx="607">
                  <c:v>2.4900000000000002</c:v>
                </c:pt>
                <c:pt idx="608">
                  <c:v>2.5</c:v>
                </c:pt>
                <c:pt idx="609">
                  <c:v>2.34</c:v>
                </c:pt>
                <c:pt idx="610">
                  <c:v>2.17</c:v>
                </c:pt>
                <c:pt idx="611">
                  <c:v>2.0699999999999998</c:v>
                </c:pt>
                <c:pt idx="612">
                  <c:v>2.16</c:v>
                </c:pt>
                <c:pt idx="613">
                  <c:v>2.17</c:v>
                </c:pt>
                <c:pt idx="614">
                  <c:v>2.15</c:v>
                </c:pt>
                <c:pt idx="615">
                  <c:v>2.0099999999999998</c:v>
                </c:pt>
                <c:pt idx="616">
                  <c:v>2</c:v>
                </c:pt>
                <c:pt idx="617">
                  <c:v>2.0299999999999998</c:v>
                </c:pt>
                <c:pt idx="618">
                  <c:v>2.1800000000000002</c:v>
                </c:pt>
                <c:pt idx="619">
                  <c:v>2.2599999999999998</c:v>
                </c:pt>
                <c:pt idx="620">
                  <c:v>2.31</c:v>
                </c:pt>
                <c:pt idx="621">
                  <c:v>2.38</c:v>
                </c:pt>
                <c:pt idx="622">
                  <c:v>2.39</c:v>
                </c:pt>
                <c:pt idx="623">
                  <c:v>2.4</c:v>
                </c:pt>
                <c:pt idx="624">
                  <c:v>2.2999999999999998</c:v>
                </c:pt>
                <c:pt idx="625">
                  <c:v>2.46</c:v>
                </c:pt>
                <c:pt idx="626">
                  <c:v>2.62</c:v>
                </c:pt>
                <c:pt idx="627">
                  <c:v>2.91</c:v>
                </c:pt>
                <c:pt idx="628">
                  <c:v>2.93</c:v>
                </c:pt>
                <c:pt idx="629">
                  <c:v>2.92</c:v>
                </c:pt>
                <c:pt idx="630">
                  <c:v>2.82</c:v>
                </c:pt>
                <c:pt idx="631">
                  <c:v>2.66</c:v>
                </c:pt>
                <c:pt idx="632">
                  <c:v>2.31</c:v>
                </c:pt>
                <c:pt idx="633">
                  <c:v>1.34</c:v>
                </c:pt>
                <c:pt idx="634">
                  <c:v>0.2</c:v>
                </c:pt>
                <c:pt idx="635">
                  <c:v>-0.45</c:v>
                </c:pt>
                <c:pt idx="636">
                  <c:v>0.49</c:v>
                </c:pt>
                <c:pt idx="637">
                  <c:v>1.98</c:v>
                </c:pt>
                <c:pt idx="638">
                  <c:v>2.95</c:v>
                </c:pt>
                <c:pt idx="639">
                  <c:v>2.39</c:v>
                </c:pt>
                <c:pt idx="640">
                  <c:v>1.56</c:v>
                </c:pt>
                <c:pt idx="641">
                  <c:v>1.0900000000000001</c:v>
                </c:pt>
                <c:pt idx="642">
                  <c:v>1.19</c:v>
                </c:pt>
                <c:pt idx="643">
                  <c:v>1.37</c:v>
                </c:pt>
                <c:pt idx="644">
                  <c:v>1.54</c:v>
                </c:pt>
                <c:pt idx="645">
                  <c:v>2.06</c:v>
                </c:pt>
                <c:pt idx="646">
                  <c:v>2.4700000000000002</c:v>
                </c:pt>
                <c:pt idx="647">
                  <c:v>2.93</c:v>
                </c:pt>
                <c:pt idx="648">
                  <c:v>2.99</c:v>
                </c:pt>
                <c:pt idx="649">
                  <c:v>2.97</c:v>
                </c:pt>
                <c:pt idx="650">
                  <c:v>2.69</c:v>
                </c:pt>
                <c:pt idx="651">
                  <c:v>2.56</c:v>
                </c:pt>
                <c:pt idx="652">
                  <c:v>2.74</c:v>
                </c:pt>
                <c:pt idx="653">
                  <c:v>3.16</c:v>
                </c:pt>
                <c:pt idx="654">
                  <c:v>3.57</c:v>
                </c:pt>
                <c:pt idx="655">
                  <c:v>3.94</c:v>
                </c:pt>
                <c:pt idx="656">
                  <c:v>4.3099999999999996</c:v>
                </c:pt>
                <c:pt idx="657">
                  <c:v>4.7699999999999996</c:v>
                </c:pt>
                <c:pt idx="658">
                  <c:v>5.14</c:v>
                </c:pt>
                <c:pt idx="659">
                  <c:v>5.72</c:v>
                </c:pt>
                <c:pt idx="660">
                  <c:v>5.99</c:v>
                </c:pt>
                <c:pt idx="661">
                  <c:v>6.12</c:v>
                </c:pt>
                <c:pt idx="662">
                  <c:v>5.91</c:v>
                </c:pt>
                <c:pt idx="663">
                  <c:v>5.86</c:v>
                </c:pt>
                <c:pt idx="664">
                  <c:v>5.82</c:v>
                </c:pt>
                <c:pt idx="665">
                  <c:v>5.58</c:v>
                </c:pt>
                <c:pt idx="666">
                  <c:v>5.34</c:v>
                </c:pt>
                <c:pt idx="667">
                  <c:v>5.16</c:v>
                </c:pt>
                <c:pt idx="668">
                  <c:v>4.9800000000000004</c:v>
                </c:pt>
                <c:pt idx="669">
                  <c:v>4.7699999999999996</c:v>
                </c:pt>
                <c:pt idx="670">
                  <c:v>4.26</c:v>
                </c:pt>
                <c:pt idx="671">
                  <c:v>3.99</c:v>
                </c:pt>
                <c:pt idx="672">
                  <c:v>3.66</c:v>
                </c:pt>
                <c:pt idx="673">
                  <c:v>3.63</c:v>
                </c:pt>
                <c:pt idx="674">
                  <c:v>3.78</c:v>
                </c:pt>
                <c:pt idx="675">
                  <c:v>4.12</c:v>
                </c:pt>
                <c:pt idx="676">
                  <c:v>4.37</c:v>
                </c:pt>
                <c:pt idx="677">
                  <c:v>4.32</c:v>
                </c:pt>
                <c:pt idx="678">
                  <c:v>4.37</c:v>
                </c:pt>
                <c:pt idx="679">
                  <c:v>4.55</c:v>
                </c:pt>
                <c:pt idx="680">
                  <c:v>4.95</c:v>
                </c:pt>
                <c:pt idx="681">
                  <c:v>4.9400000000000004</c:v>
                </c:pt>
                <c:pt idx="682">
                  <c:v>4.6100000000000003</c:v>
                </c:pt>
                <c:pt idx="683">
                  <c:v>3.87</c:v>
                </c:pt>
                <c:pt idx="684">
                  <c:v>3.19</c:v>
                </c:pt>
                <c:pt idx="685">
                  <c:v>2.84</c:v>
                </c:pt>
                <c:pt idx="686">
                  <c:v>2.94</c:v>
                </c:pt>
                <c:pt idx="687">
                  <c:v>3.31</c:v>
                </c:pt>
                <c:pt idx="688">
                  <c:v>3.53</c:v>
                </c:pt>
                <c:pt idx="689">
                  <c:v>3.44</c:v>
                </c:pt>
                <c:pt idx="690">
                  <c:v>3.31</c:v>
                </c:pt>
                <c:pt idx="691">
                  <c:v>3.29</c:v>
                </c:pt>
                <c:pt idx="692">
                  <c:v>3.39</c:v>
                </c:pt>
                <c:pt idx="693">
                  <c:v>3.26</c:v>
                </c:pt>
                <c:pt idx="694">
                  <c:v>2.95</c:v>
                </c:pt>
                <c:pt idx="695">
                  <c:v>2.89</c:v>
                </c:pt>
                <c:pt idx="696">
                  <c:v>3.11</c:v>
                </c:pt>
                <c:pt idx="697">
                  <c:v>3.55</c:v>
                </c:pt>
                <c:pt idx="698">
                  <c:v>3.63</c:v>
                </c:pt>
                <c:pt idx="699">
                  <c:v>3.22</c:v>
                </c:pt>
                <c:pt idx="700">
                  <c:v>2.4900000000000002</c:v>
                </c:pt>
                <c:pt idx="701">
                  <c:v>1.96</c:v>
                </c:pt>
                <c:pt idx="702">
                  <c:v>2.16</c:v>
                </c:pt>
                <c:pt idx="703">
                  <c:v>2.69</c:v>
                </c:pt>
                <c:pt idx="704">
                  <c:v>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51-4463-8550-2457211328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54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Calibri"/>
                  </a:defRPr>
                </a:pPr>
                <a:r>
                  <a:rPr lang="en-GB" sz="1100" b="0" i="0" u="none" strike="noStrike">
                    <a:solidFill>
                      <a:srgbClr val="1A1A1A"/>
                    </a:solidFill>
                    <a:latin typeface="Calibri"/>
                  </a:rPr>
                  <a:t>Percent (annualized)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 Sticky (3M-o-3M ann., %)</c:v>
                </c:pt>
              </c:strCache>
            </c:strRef>
          </c:tx>
          <c:spPr>
            <a:ln w="28575" cap="flat">
              <a:solidFill>
                <a:srgbClr val="33A54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Sheet1!$A$2:$A$136</c:f>
              <c:strCache>
                <c:ptCount val="135"/>
                <c:pt idx="0">
                  <c:v>2015</c:v>
                </c:pt>
                <c:pt idx="12">
                  <c:v>2016</c:v>
                </c:pt>
                <c:pt idx="24">
                  <c:v>2017</c:v>
                </c:pt>
                <c:pt idx="36">
                  <c:v>2018</c:v>
                </c:pt>
                <c:pt idx="48">
                  <c:v>2019</c:v>
                </c:pt>
                <c:pt idx="60">
                  <c:v>2020</c:v>
                </c:pt>
                <c:pt idx="72">
                  <c:v>2021</c:v>
                </c:pt>
                <c:pt idx="84">
                  <c:v>2022</c:v>
                </c:pt>
                <c:pt idx="96">
                  <c:v>2023</c:v>
                </c:pt>
                <c:pt idx="108">
                  <c:v>2024</c:v>
                </c:pt>
                <c:pt idx="120">
                  <c:v>2025</c:v>
                </c:pt>
                <c:pt idx="132">
                  <c:v>2026</c:v>
                </c:pt>
              </c:strCache>
            </c:strRef>
          </c:cat>
          <c:val>
            <c:numRef>
              <c:f>Sheet1!$B$2:$B$136</c:f>
              <c:numCache>
                <c:formatCode>General</c:formatCode>
                <c:ptCount val="135"/>
                <c:pt idx="0">
                  <c:v>1.88</c:v>
                </c:pt>
                <c:pt idx="1">
                  <c:v>1.77</c:v>
                </c:pt>
                <c:pt idx="2">
                  <c:v>1.86</c:v>
                </c:pt>
                <c:pt idx="3">
                  <c:v>2.11</c:v>
                </c:pt>
                <c:pt idx="4">
                  <c:v>2.4500000000000002</c:v>
                </c:pt>
                <c:pt idx="5">
                  <c:v>2.65</c:v>
                </c:pt>
                <c:pt idx="6">
                  <c:v>2.59</c:v>
                </c:pt>
                <c:pt idx="7">
                  <c:v>2.42</c:v>
                </c:pt>
                <c:pt idx="8">
                  <c:v>2.29</c:v>
                </c:pt>
                <c:pt idx="9">
                  <c:v>2.35</c:v>
                </c:pt>
                <c:pt idx="10">
                  <c:v>2.58</c:v>
                </c:pt>
                <c:pt idx="11">
                  <c:v>2.65</c:v>
                </c:pt>
                <c:pt idx="12">
                  <c:v>2.5499999999999998</c:v>
                </c:pt>
                <c:pt idx="13">
                  <c:v>2.34</c:v>
                </c:pt>
                <c:pt idx="14">
                  <c:v>2.3199999999999998</c:v>
                </c:pt>
                <c:pt idx="15">
                  <c:v>2.5</c:v>
                </c:pt>
                <c:pt idx="16">
                  <c:v>2.69</c:v>
                </c:pt>
                <c:pt idx="17">
                  <c:v>2.82</c:v>
                </c:pt>
                <c:pt idx="18">
                  <c:v>2.73</c:v>
                </c:pt>
                <c:pt idx="19">
                  <c:v>2.72</c:v>
                </c:pt>
                <c:pt idx="20">
                  <c:v>2.62</c:v>
                </c:pt>
                <c:pt idx="21">
                  <c:v>2.54</c:v>
                </c:pt>
                <c:pt idx="22">
                  <c:v>2.3199999999999998</c:v>
                </c:pt>
                <c:pt idx="23">
                  <c:v>2.25</c:v>
                </c:pt>
                <c:pt idx="24">
                  <c:v>2.44</c:v>
                </c:pt>
                <c:pt idx="25">
                  <c:v>2.67</c:v>
                </c:pt>
                <c:pt idx="26">
                  <c:v>2.5099999999999998</c:v>
                </c:pt>
                <c:pt idx="27">
                  <c:v>1.96</c:v>
                </c:pt>
                <c:pt idx="28">
                  <c:v>1.27</c:v>
                </c:pt>
                <c:pt idx="29">
                  <c:v>1.19</c:v>
                </c:pt>
                <c:pt idx="30">
                  <c:v>1.5</c:v>
                </c:pt>
                <c:pt idx="31">
                  <c:v>2.09</c:v>
                </c:pt>
                <c:pt idx="32">
                  <c:v>2.36</c:v>
                </c:pt>
                <c:pt idx="33">
                  <c:v>2.48</c:v>
                </c:pt>
                <c:pt idx="34">
                  <c:v>2.37</c:v>
                </c:pt>
                <c:pt idx="35">
                  <c:v>2.38</c:v>
                </c:pt>
                <c:pt idx="36">
                  <c:v>2.48</c:v>
                </c:pt>
                <c:pt idx="37">
                  <c:v>2.71</c:v>
                </c:pt>
                <c:pt idx="38">
                  <c:v>2.84</c:v>
                </c:pt>
                <c:pt idx="39">
                  <c:v>2.75</c:v>
                </c:pt>
                <c:pt idx="40">
                  <c:v>2.58</c:v>
                </c:pt>
                <c:pt idx="41">
                  <c:v>2.41</c:v>
                </c:pt>
                <c:pt idx="42">
                  <c:v>2.3199999999999998</c:v>
                </c:pt>
                <c:pt idx="43">
                  <c:v>2.2200000000000002</c:v>
                </c:pt>
                <c:pt idx="44">
                  <c:v>2.13</c:v>
                </c:pt>
                <c:pt idx="45">
                  <c:v>2.08</c:v>
                </c:pt>
                <c:pt idx="46">
                  <c:v>2.1800000000000002</c:v>
                </c:pt>
                <c:pt idx="47">
                  <c:v>2.29</c:v>
                </c:pt>
                <c:pt idx="48">
                  <c:v>2.48</c:v>
                </c:pt>
                <c:pt idx="49">
                  <c:v>2.52</c:v>
                </c:pt>
                <c:pt idx="50">
                  <c:v>2.5299999999999998</c:v>
                </c:pt>
                <c:pt idx="51">
                  <c:v>2.5099999999999998</c:v>
                </c:pt>
                <c:pt idx="52">
                  <c:v>2.46</c:v>
                </c:pt>
                <c:pt idx="53">
                  <c:v>2.46</c:v>
                </c:pt>
                <c:pt idx="54">
                  <c:v>2.46</c:v>
                </c:pt>
                <c:pt idx="55">
                  <c:v>2.72</c:v>
                </c:pt>
                <c:pt idx="56">
                  <c:v>2.89</c:v>
                </c:pt>
                <c:pt idx="57">
                  <c:v>3.08</c:v>
                </c:pt>
                <c:pt idx="58">
                  <c:v>3.01</c:v>
                </c:pt>
                <c:pt idx="59">
                  <c:v>3</c:v>
                </c:pt>
                <c:pt idx="60">
                  <c:v>2.9</c:v>
                </c:pt>
                <c:pt idx="61">
                  <c:v>2.78</c:v>
                </c:pt>
                <c:pt idx="62">
                  <c:v>2.42</c:v>
                </c:pt>
                <c:pt idx="63">
                  <c:v>1.5</c:v>
                </c:pt>
                <c:pt idx="64">
                  <c:v>0.38</c:v>
                </c:pt>
                <c:pt idx="65">
                  <c:v>-0.18</c:v>
                </c:pt>
                <c:pt idx="66">
                  <c:v>0.82</c:v>
                </c:pt>
                <c:pt idx="67">
                  <c:v>2.4</c:v>
                </c:pt>
                <c:pt idx="68">
                  <c:v>3.34</c:v>
                </c:pt>
                <c:pt idx="69">
                  <c:v>2.66</c:v>
                </c:pt>
                <c:pt idx="70">
                  <c:v>1.63</c:v>
                </c:pt>
                <c:pt idx="71">
                  <c:v>1.1200000000000001</c:v>
                </c:pt>
                <c:pt idx="72">
                  <c:v>1.24</c:v>
                </c:pt>
                <c:pt idx="73">
                  <c:v>1.42</c:v>
                </c:pt>
                <c:pt idx="74">
                  <c:v>1.56</c:v>
                </c:pt>
                <c:pt idx="75">
                  <c:v>2.2200000000000002</c:v>
                </c:pt>
                <c:pt idx="76">
                  <c:v>2.98</c:v>
                </c:pt>
                <c:pt idx="77">
                  <c:v>3.67</c:v>
                </c:pt>
                <c:pt idx="78">
                  <c:v>3.7</c:v>
                </c:pt>
                <c:pt idx="79">
                  <c:v>3.46</c:v>
                </c:pt>
                <c:pt idx="80">
                  <c:v>3.19</c:v>
                </c:pt>
                <c:pt idx="81">
                  <c:v>3.28</c:v>
                </c:pt>
                <c:pt idx="82">
                  <c:v>3.7</c:v>
                </c:pt>
                <c:pt idx="83">
                  <c:v>4.25</c:v>
                </c:pt>
                <c:pt idx="84">
                  <c:v>4.6900000000000004</c:v>
                </c:pt>
                <c:pt idx="85">
                  <c:v>5.15</c:v>
                </c:pt>
                <c:pt idx="86">
                  <c:v>5.58</c:v>
                </c:pt>
                <c:pt idx="87">
                  <c:v>5.96</c:v>
                </c:pt>
                <c:pt idx="88">
                  <c:v>6.2</c:v>
                </c:pt>
                <c:pt idx="89">
                  <c:v>6.58</c:v>
                </c:pt>
                <c:pt idx="90">
                  <c:v>6.77</c:v>
                </c:pt>
                <c:pt idx="91">
                  <c:v>6.9</c:v>
                </c:pt>
                <c:pt idx="92">
                  <c:v>6.71</c:v>
                </c:pt>
                <c:pt idx="93">
                  <c:v>6.61</c:v>
                </c:pt>
                <c:pt idx="94">
                  <c:v>6.41</c:v>
                </c:pt>
                <c:pt idx="95">
                  <c:v>6.05</c:v>
                </c:pt>
                <c:pt idx="96">
                  <c:v>5.8</c:v>
                </c:pt>
                <c:pt idx="97">
                  <c:v>5.76</c:v>
                </c:pt>
                <c:pt idx="98">
                  <c:v>5.73</c:v>
                </c:pt>
                <c:pt idx="99">
                  <c:v>5.62</c:v>
                </c:pt>
                <c:pt idx="100">
                  <c:v>5.04</c:v>
                </c:pt>
                <c:pt idx="101">
                  <c:v>4.59</c:v>
                </c:pt>
                <c:pt idx="102">
                  <c:v>3.96</c:v>
                </c:pt>
                <c:pt idx="103">
                  <c:v>3.74</c:v>
                </c:pt>
                <c:pt idx="104">
                  <c:v>3.78</c:v>
                </c:pt>
                <c:pt idx="105">
                  <c:v>4.12</c:v>
                </c:pt>
                <c:pt idx="106">
                  <c:v>4.37</c:v>
                </c:pt>
                <c:pt idx="107">
                  <c:v>4.32</c:v>
                </c:pt>
                <c:pt idx="108">
                  <c:v>4.37</c:v>
                </c:pt>
                <c:pt idx="109">
                  <c:v>4.55</c:v>
                </c:pt>
                <c:pt idx="110">
                  <c:v>4.95</c:v>
                </c:pt>
                <c:pt idx="111">
                  <c:v>4.9400000000000004</c:v>
                </c:pt>
                <c:pt idx="112">
                  <c:v>4.6100000000000003</c:v>
                </c:pt>
                <c:pt idx="113">
                  <c:v>3.87</c:v>
                </c:pt>
                <c:pt idx="114">
                  <c:v>3.19</c:v>
                </c:pt>
                <c:pt idx="115">
                  <c:v>2.84</c:v>
                </c:pt>
                <c:pt idx="116">
                  <c:v>2.94</c:v>
                </c:pt>
                <c:pt idx="117">
                  <c:v>3.31</c:v>
                </c:pt>
                <c:pt idx="118">
                  <c:v>3.53</c:v>
                </c:pt>
                <c:pt idx="119">
                  <c:v>3.44</c:v>
                </c:pt>
                <c:pt idx="120">
                  <c:v>3.31</c:v>
                </c:pt>
                <c:pt idx="121">
                  <c:v>3.29</c:v>
                </c:pt>
                <c:pt idx="122">
                  <c:v>3.39</c:v>
                </c:pt>
                <c:pt idx="123">
                  <c:v>3.26</c:v>
                </c:pt>
                <c:pt idx="124">
                  <c:v>2.95</c:v>
                </c:pt>
                <c:pt idx="125">
                  <c:v>2.89</c:v>
                </c:pt>
                <c:pt idx="126">
                  <c:v>3.11</c:v>
                </c:pt>
                <c:pt idx="127">
                  <c:v>3.55</c:v>
                </c:pt>
                <c:pt idx="128">
                  <c:v>3.63</c:v>
                </c:pt>
                <c:pt idx="129">
                  <c:v>3.22</c:v>
                </c:pt>
                <c:pt idx="130">
                  <c:v>2.4900000000000002</c:v>
                </c:pt>
                <c:pt idx="131">
                  <c:v>1.96</c:v>
                </c:pt>
                <c:pt idx="132">
                  <c:v>2.16</c:v>
                </c:pt>
                <c:pt idx="133">
                  <c:v>2.69</c:v>
                </c:pt>
                <c:pt idx="134">
                  <c:v>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2B-4C88-B508-FADC7DA0BE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Non-Traded Sticky (3M-o-3M ann., %)</c:v>
                </c:pt>
              </c:strCache>
            </c:strRef>
          </c:tx>
          <c:spPr>
            <a:ln w="28575" cap="flat">
              <a:solidFill>
                <a:srgbClr val="6B21A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Sheet1!$A$2:$A$136</c:f>
              <c:strCache>
                <c:ptCount val="135"/>
                <c:pt idx="0">
                  <c:v>2015</c:v>
                </c:pt>
                <c:pt idx="12">
                  <c:v>2016</c:v>
                </c:pt>
                <c:pt idx="24">
                  <c:v>2017</c:v>
                </c:pt>
                <c:pt idx="36">
                  <c:v>2018</c:v>
                </c:pt>
                <c:pt idx="48">
                  <c:v>2019</c:v>
                </c:pt>
                <c:pt idx="60">
                  <c:v>2020</c:v>
                </c:pt>
                <c:pt idx="72">
                  <c:v>2021</c:v>
                </c:pt>
                <c:pt idx="84">
                  <c:v>2022</c:v>
                </c:pt>
                <c:pt idx="96">
                  <c:v>2023</c:v>
                </c:pt>
                <c:pt idx="108">
                  <c:v>2024</c:v>
                </c:pt>
                <c:pt idx="120">
                  <c:v>2025</c:v>
                </c:pt>
                <c:pt idx="132">
                  <c:v>2026</c:v>
                </c:pt>
              </c:strCache>
            </c:strRef>
          </c:cat>
          <c:val>
            <c:numRef>
              <c:f>Sheet1!$C$2:$C$136</c:f>
              <c:numCache>
                <c:formatCode>General</c:formatCode>
                <c:ptCount val="135"/>
                <c:pt idx="0">
                  <c:v>1.73</c:v>
                </c:pt>
                <c:pt idx="1">
                  <c:v>1.7</c:v>
                </c:pt>
                <c:pt idx="2">
                  <c:v>1.82</c:v>
                </c:pt>
                <c:pt idx="3">
                  <c:v>1.99</c:v>
                </c:pt>
                <c:pt idx="4">
                  <c:v>2.25</c:v>
                </c:pt>
                <c:pt idx="5">
                  <c:v>2.44</c:v>
                </c:pt>
                <c:pt idx="6">
                  <c:v>2.4900000000000002</c:v>
                </c:pt>
                <c:pt idx="7">
                  <c:v>2.42</c:v>
                </c:pt>
                <c:pt idx="8">
                  <c:v>2.29</c:v>
                </c:pt>
                <c:pt idx="9">
                  <c:v>2.29</c:v>
                </c:pt>
                <c:pt idx="10">
                  <c:v>2.44</c:v>
                </c:pt>
                <c:pt idx="11">
                  <c:v>2.52</c:v>
                </c:pt>
                <c:pt idx="12">
                  <c:v>2.4700000000000002</c:v>
                </c:pt>
                <c:pt idx="13">
                  <c:v>2.2999999999999998</c:v>
                </c:pt>
                <c:pt idx="14">
                  <c:v>2.25</c:v>
                </c:pt>
                <c:pt idx="15">
                  <c:v>2.37</c:v>
                </c:pt>
                <c:pt idx="16">
                  <c:v>2.61</c:v>
                </c:pt>
                <c:pt idx="17">
                  <c:v>2.79</c:v>
                </c:pt>
                <c:pt idx="18">
                  <c:v>2.7</c:v>
                </c:pt>
                <c:pt idx="19">
                  <c:v>2.5299999999999998</c:v>
                </c:pt>
                <c:pt idx="20">
                  <c:v>2.29</c:v>
                </c:pt>
                <c:pt idx="21">
                  <c:v>2.19</c:v>
                </c:pt>
                <c:pt idx="22">
                  <c:v>2.11</c:v>
                </c:pt>
                <c:pt idx="23">
                  <c:v>2.2200000000000002</c:v>
                </c:pt>
                <c:pt idx="24">
                  <c:v>2.48</c:v>
                </c:pt>
                <c:pt idx="25">
                  <c:v>2.64</c:v>
                </c:pt>
                <c:pt idx="26">
                  <c:v>2.38</c:v>
                </c:pt>
                <c:pt idx="27">
                  <c:v>1.84</c:v>
                </c:pt>
                <c:pt idx="28">
                  <c:v>1.25</c:v>
                </c:pt>
                <c:pt idx="29">
                  <c:v>1.25</c:v>
                </c:pt>
                <c:pt idx="30">
                  <c:v>1.53</c:v>
                </c:pt>
                <c:pt idx="31">
                  <c:v>2.02</c:v>
                </c:pt>
                <c:pt idx="32">
                  <c:v>2.25</c:v>
                </c:pt>
                <c:pt idx="33">
                  <c:v>2.42</c:v>
                </c:pt>
                <c:pt idx="34">
                  <c:v>2.39</c:v>
                </c:pt>
                <c:pt idx="35">
                  <c:v>2.39</c:v>
                </c:pt>
                <c:pt idx="36">
                  <c:v>2.38</c:v>
                </c:pt>
                <c:pt idx="37">
                  <c:v>2.4900000000000002</c:v>
                </c:pt>
                <c:pt idx="38">
                  <c:v>2.5</c:v>
                </c:pt>
                <c:pt idx="39">
                  <c:v>2.34</c:v>
                </c:pt>
                <c:pt idx="40">
                  <c:v>2.17</c:v>
                </c:pt>
                <c:pt idx="41">
                  <c:v>2.0699999999999998</c:v>
                </c:pt>
                <c:pt idx="42">
                  <c:v>2.16</c:v>
                </c:pt>
                <c:pt idx="43">
                  <c:v>2.17</c:v>
                </c:pt>
                <c:pt idx="44">
                  <c:v>2.15</c:v>
                </c:pt>
                <c:pt idx="45">
                  <c:v>2.0099999999999998</c:v>
                </c:pt>
                <c:pt idx="46">
                  <c:v>2</c:v>
                </c:pt>
                <c:pt idx="47">
                  <c:v>2.0299999999999998</c:v>
                </c:pt>
                <c:pt idx="48">
                  <c:v>2.1800000000000002</c:v>
                </c:pt>
                <c:pt idx="49">
                  <c:v>2.2599999999999998</c:v>
                </c:pt>
                <c:pt idx="50">
                  <c:v>2.31</c:v>
                </c:pt>
                <c:pt idx="51">
                  <c:v>2.38</c:v>
                </c:pt>
                <c:pt idx="52">
                  <c:v>2.39</c:v>
                </c:pt>
                <c:pt idx="53">
                  <c:v>2.4</c:v>
                </c:pt>
                <c:pt idx="54">
                  <c:v>2.2999999999999998</c:v>
                </c:pt>
                <c:pt idx="55">
                  <c:v>2.46</c:v>
                </c:pt>
                <c:pt idx="56">
                  <c:v>2.62</c:v>
                </c:pt>
                <c:pt idx="57">
                  <c:v>2.91</c:v>
                </c:pt>
                <c:pt idx="58">
                  <c:v>2.93</c:v>
                </c:pt>
                <c:pt idx="59">
                  <c:v>2.92</c:v>
                </c:pt>
                <c:pt idx="60">
                  <c:v>2.82</c:v>
                </c:pt>
                <c:pt idx="61">
                  <c:v>2.66</c:v>
                </c:pt>
                <c:pt idx="62">
                  <c:v>2.31</c:v>
                </c:pt>
                <c:pt idx="63">
                  <c:v>1.34</c:v>
                </c:pt>
                <c:pt idx="64">
                  <c:v>0.2</c:v>
                </c:pt>
                <c:pt idx="65">
                  <c:v>-0.45</c:v>
                </c:pt>
                <c:pt idx="66">
                  <c:v>0.49</c:v>
                </c:pt>
                <c:pt idx="67">
                  <c:v>1.98</c:v>
                </c:pt>
                <c:pt idx="68">
                  <c:v>2.95</c:v>
                </c:pt>
                <c:pt idx="69">
                  <c:v>2.39</c:v>
                </c:pt>
                <c:pt idx="70">
                  <c:v>1.56</c:v>
                </c:pt>
                <c:pt idx="71">
                  <c:v>1.0900000000000001</c:v>
                </c:pt>
                <c:pt idx="72">
                  <c:v>1.19</c:v>
                </c:pt>
                <c:pt idx="73">
                  <c:v>1.37</c:v>
                </c:pt>
                <c:pt idx="74">
                  <c:v>1.54</c:v>
                </c:pt>
                <c:pt idx="75">
                  <c:v>2.06</c:v>
                </c:pt>
                <c:pt idx="76">
                  <c:v>2.4700000000000002</c:v>
                </c:pt>
                <c:pt idx="77">
                  <c:v>2.93</c:v>
                </c:pt>
                <c:pt idx="78">
                  <c:v>2.99</c:v>
                </c:pt>
                <c:pt idx="79">
                  <c:v>2.97</c:v>
                </c:pt>
                <c:pt idx="80">
                  <c:v>2.69</c:v>
                </c:pt>
                <c:pt idx="81">
                  <c:v>2.56</c:v>
                </c:pt>
                <c:pt idx="82">
                  <c:v>2.74</c:v>
                </c:pt>
                <c:pt idx="83">
                  <c:v>3.16</c:v>
                </c:pt>
                <c:pt idx="84">
                  <c:v>3.57</c:v>
                </c:pt>
                <c:pt idx="85">
                  <c:v>3.94</c:v>
                </c:pt>
                <c:pt idx="86">
                  <c:v>4.3099999999999996</c:v>
                </c:pt>
                <c:pt idx="87">
                  <c:v>4.7699999999999996</c:v>
                </c:pt>
                <c:pt idx="88">
                  <c:v>5.14</c:v>
                </c:pt>
                <c:pt idx="89">
                  <c:v>5.72</c:v>
                </c:pt>
                <c:pt idx="90">
                  <c:v>5.99</c:v>
                </c:pt>
                <c:pt idx="91">
                  <c:v>6.12</c:v>
                </c:pt>
                <c:pt idx="92">
                  <c:v>5.91</c:v>
                </c:pt>
                <c:pt idx="93">
                  <c:v>5.86</c:v>
                </c:pt>
                <c:pt idx="94">
                  <c:v>5.82</c:v>
                </c:pt>
                <c:pt idx="95">
                  <c:v>5.58</c:v>
                </c:pt>
                <c:pt idx="96">
                  <c:v>5.34</c:v>
                </c:pt>
                <c:pt idx="97">
                  <c:v>5.16</c:v>
                </c:pt>
                <c:pt idx="98">
                  <c:v>4.9800000000000004</c:v>
                </c:pt>
                <c:pt idx="99">
                  <c:v>4.7699999999999996</c:v>
                </c:pt>
                <c:pt idx="100">
                  <c:v>4.26</c:v>
                </c:pt>
                <c:pt idx="101">
                  <c:v>3.99</c:v>
                </c:pt>
                <c:pt idx="102">
                  <c:v>3.66</c:v>
                </c:pt>
                <c:pt idx="103">
                  <c:v>3.63</c:v>
                </c:pt>
                <c:pt idx="104">
                  <c:v>3.78</c:v>
                </c:pt>
                <c:pt idx="105">
                  <c:v>4.12</c:v>
                </c:pt>
                <c:pt idx="106">
                  <c:v>4.37</c:v>
                </c:pt>
                <c:pt idx="107">
                  <c:v>4.32</c:v>
                </c:pt>
                <c:pt idx="108">
                  <c:v>4.37</c:v>
                </c:pt>
                <c:pt idx="109">
                  <c:v>4.55</c:v>
                </c:pt>
                <c:pt idx="110">
                  <c:v>4.95</c:v>
                </c:pt>
                <c:pt idx="111">
                  <c:v>4.9400000000000004</c:v>
                </c:pt>
                <c:pt idx="112">
                  <c:v>4.6100000000000003</c:v>
                </c:pt>
                <c:pt idx="113">
                  <c:v>3.87</c:v>
                </c:pt>
                <c:pt idx="114">
                  <c:v>3.19</c:v>
                </c:pt>
                <c:pt idx="115">
                  <c:v>2.84</c:v>
                </c:pt>
                <c:pt idx="116">
                  <c:v>2.94</c:v>
                </c:pt>
                <c:pt idx="117">
                  <c:v>3.31</c:v>
                </c:pt>
                <c:pt idx="118">
                  <c:v>3.53</c:v>
                </c:pt>
                <c:pt idx="119">
                  <c:v>3.44</c:v>
                </c:pt>
                <c:pt idx="120">
                  <c:v>3.31</c:v>
                </c:pt>
                <c:pt idx="121">
                  <c:v>3.29</c:v>
                </c:pt>
                <c:pt idx="122">
                  <c:v>3.39</c:v>
                </c:pt>
                <c:pt idx="123">
                  <c:v>3.26</c:v>
                </c:pt>
                <c:pt idx="124">
                  <c:v>2.95</c:v>
                </c:pt>
                <c:pt idx="125">
                  <c:v>2.89</c:v>
                </c:pt>
                <c:pt idx="126">
                  <c:v>3.11</c:v>
                </c:pt>
                <c:pt idx="127">
                  <c:v>3.55</c:v>
                </c:pt>
                <c:pt idx="128">
                  <c:v>3.63</c:v>
                </c:pt>
                <c:pt idx="129">
                  <c:v>3.22</c:v>
                </c:pt>
                <c:pt idx="130">
                  <c:v>2.4900000000000002</c:v>
                </c:pt>
                <c:pt idx="131">
                  <c:v>1.96</c:v>
                </c:pt>
                <c:pt idx="132">
                  <c:v>2.16</c:v>
                </c:pt>
                <c:pt idx="133">
                  <c:v>2.69</c:v>
                </c:pt>
                <c:pt idx="134">
                  <c:v>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2B-4C88-B508-FADC7DA0BE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2% Target</c:v>
                </c:pt>
              </c:strCache>
            </c:strRef>
          </c:tx>
          <c:spPr>
            <a:ln w="28575" cap="flat">
              <a:solidFill>
                <a:srgbClr val="B8B8B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Sheet1!$A$2:$A$136</c:f>
              <c:strCache>
                <c:ptCount val="135"/>
                <c:pt idx="0">
                  <c:v>2015</c:v>
                </c:pt>
                <c:pt idx="12">
                  <c:v>2016</c:v>
                </c:pt>
                <c:pt idx="24">
                  <c:v>2017</c:v>
                </c:pt>
                <c:pt idx="36">
                  <c:v>2018</c:v>
                </c:pt>
                <c:pt idx="48">
                  <c:v>2019</c:v>
                </c:pt>
                <c:pt idx="60">
                  <c:v>2020</c:v>
                </c:pt>
                <c:pt idx="72">
                  <c:v>2021</c:v>
                </c:pt>
                <c:pt idx="84">
                  <c:v>2022</c:v>
                </c:pt>
                <c:pt idx="96">
                  <c:v>2023</c:v>
                </c:pt>
                <c:pt idx="108">
                  <c:v>2024</c:v>
                </c:pt>
                <c:pt idx="120">
                  <c:v>2025</c:v>
                </c:pt>
                <c:pt idx="132">
                  <c:v>2026</c:v>
                </c:pt>
              </c:strCache>
            </c:strRef>
          </c:cat>
          <c:val>
            <c:numRef>
              <c:f>Sheet1!$D$2:$D$136</c:f>
              <c:numCache>
                <c:formatCode>General</c:formatCode>
                <c:ptCount val="13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</c:v>
                </c:pt>
                <c:pt idx="69">
                  <c:v>2</c:v>
                </c:pt>
                <c:pt idx="70">
                  <c:v>2</c:v>
                </c:pt>
                <c:pt idx="71">
                  <c:v>2</c:v>
                </c:pt>
                <c:pt idx="72">
                  <c:v>2</c:v>
                </c:pt>
                <c:pt idx="73">
                  <c:v>2</c:v>
                </c:pt>
                <c:pt idx="74">
                  <c:v>2</c:v>
                </c:pt>
                <c:pt idx="75">
                  <c:v>2</c:v>
                </c:pt>
                <c:pt idx="76">
                  <c:v>2</c:v>
                </c:pt>
                <c:pt idx="77">
                  <c:v>2</c:v>
                </c:pt>
                <c:pt idx="78">
                  <c:v>2</c:v>
                </c:pt>
                <c:pt idx="79">
                  <c:v>2</c:v>
                </c:pt>
                <c:pt idx="80">
                  <c:v>2</c:v>
                </c:pt>
                <c:pt idx="81">
                  <c:v>2</c:v>
                </c:pt>
                <c:pt idx="82">
                  <c:v>2</c:v>
                </c:pt>
                <c:pt idx="83">
                  <c:v>2</c:v>
                </c:pt>
                <c:pt idx="84">
                  <c:v>2</c:v>
                </c:pt>
                <c:pt idx="85">
                  <c:v>2</c:v>
                </c:pt>
                <c:pt idx="86">
                  <c:v>2</c:v>
                </c:pt>
                <c:pt idx="87">
                  <c:v>2</c:v>
                </c:pt>
                <c:pt idx="88">
                  <c:v>2</c:v>
                </c:pt>
                <c:pt idx="89">
                  <c:v>2</c:v>
                </c:pt>
                <c:pt idx="90">
                  <c:v>2</c:v>
                </c:pt>
                <c:pt idx="91">
                  <c:v>2</c:v>
                </c:pt>
                <c:pt idx="92">
                  <c:v>2</c:v>
                </c:pt>
                <c:pt idx="93">
                  <c:v>2</c:v>
                </c:pt>
                <c:pt idx="94">
                  <c:v>2</c:v>
                </c:pt>
                <c:pt idx="95">
                  <c:v>2</c:v>
                </c:pt>
                <c:pt idx="96">
                  <c:v>2</c:v>
                </c:pt>
                <c:pt idx="97">
                  <c:v>2</c:v>
                </c:pt>
                <c:pt idx="98">
                  <c:v>2</c:v>
                </c:pt>
                <c:pt idx="99">
                  <c:v>2</c:v>
                </c:pt>
                <c:pt idx="100">
                  <c:v>2</c:v>
                </c:pt>
                <c:pt idx="101">
                  <c:v>2</c:v>
                </c:pt>
                <c:pt idx="102">
                  <c:v>2</c:v>
                </c:pt>
                <c:pt idx="103">
                  <c:v>2</c:v>
                </c:pt>
                <c:pt idx="104">
                  <c:v>2</c:v>
                </c:pt>
                <c:pt idx="105">
                  <c:v>2</c:v>
                </c:pt>
                <c:pt idx="106">
                  <c:v>2</c:v>
                </c:pt>
                <c:pt idx="107">
                  <c:v>2</c:v>
                </c:pt>
                <c:pt idx="108">
                  <c:v>2</c:v>
                </c:pt>
                <c:pt idx="109">
                  <c:v>2</c:v>
                </c:pt>
                <c:pt idx="110">
                  <c:v>2</c:v>
                </c:pt>
                <c:pt idx="111">
                  <c:v>2</c:v>
                </c:pt>
                <c:pt idx="112">
                  <c:v>2</c:v>
                </c:pt>
                <c:pt idx="113">
                  <c:v>2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</c:v>
                </c:pt>
                <c:pt idx="121">
                  <c:v>2</c:v>
                </c:pt>
                <c:pt idx="122">
                  <c:v>2</c:v>
                </c:pt>
                <c:pt idx="123">
                  <c:v>2</c:v>
                </c:pt>
                <c:pt idx="124">
                  <c:v>2</c:v>
                </c:pt>
                <c:pt idx="125">
                  <c:v>2</c:v>
                </c:pt>
                <c:pt idx="126">
                  <c:v>2</c:v>
                </c:pt>
                <c:pt idx="127">
                  <c:v>2</c:v>
                </c:pt>
                <c:pt idx="128">
                  <c:v>2</c:v>
                </c:pt>
                <c:pt idx="129">
                  <c:v>2</c:v>
                </c:pt>
                <c:pt idx="130">
                  <c:v>2</c:v>
                </c:pt>
                <c:pt idx="131">
                  <c:v>2</c:v>
                </c:pt>
                <c:pt idx="132">
                  <c:v>2</c:v>
                </c:pt>
                <c:pt idx="133">
                  <c:v>2</c:v>
                </c:pt>
                <c:pt idx="134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92B-4C88-B508-FADC7DA0BE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Calibri"/>
                  </a:defRPr>
                </a:pPr>
                <a:r>
                  <a:rPr lang="en-GB" sz="1100" b="0" i="0" u="none" strike="noStrike">
                    <a:solidFill>
                      <a:srgbClr val="1A1A1A"/>
                    </a:solidFill>
                    <a:latin typeface="Calibri"/>
                  </a:rPr>
                  <a:t>Percent (annualized)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lang="en-GB" sz="1400" b="0" i="0" u="none" strike="noStrike">
                <a:solidFill>
                  <a:srgbClr val="1A1A1A"/>
                </a:solidFill>
                <a:latin typeface="Calibri"/>
              </a:rPr>
              <a:t>Two Vintages of Potential Output — Same Data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GDP</c:v>
                </c:pt>
              </c:strCache>
            </c:strRef>
          </c:tx>
          <c:spPr>
            <a:ln w="3175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'18</c:v>
                </c:pt>
                <c:pt idx="1">
                  <c:v>'19</c:v>
                </c:pt>
                <c:pt idx="2">
                  <c:v>'20</c:v>
                </c:pt>
                <c:pt idx="3">
                  <c:v>'21</c:v>
                </c:pt>
                <c:pt idx="4">
                  <c:v>'22</c:v>
                </c:pt>
                <c:pt idx="5">
                  <c:v>'23</c:v>
                </c:pt>
                <c:pt idx="6">
                  <c:v>'24</c:v>
                </c:pt>
                <c:pt idx="7">
                  <c:v>'25</c:v>
                </c:pt>
                <c:pt idx="8">
                  <c:v>'26</c:v>
                </c:pt>
                <c:pt idx="9">
                  <c:v>'27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102</c:v>
                </c:pt>
                <c:pt idx="2">
                  <c:v>96</c:v>
                </c:pt>
                <c:pt idx="3">
                  <c:v>102</c:v>
                </c:pt>
                <c:pt idx="4">
                  <c:v>106</c:v>
                </c:pt>
                <c:pt idx="5">
                  <c:v>109</c:v>
                </c:pt>
                <c:pt idx="6">
                  <c:v>111</c:v>
                </c:pt>
                <c:pt idx="7">
                  <c:v>113</c:v>
                </c:pt>
                <c:pt idx="8">
                  <c:v>115</c:v>
                </c:pt>
                <c:pt idx="9">
                  <c:v>117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4D7-46D1-8A4C-C989AA3196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Potential (optimistic vintage)</c:v>
                </c:pt>
              </c:strCache>
            </c:strRef>
          </c:tx>
          <c:spPr>
            <a:ln w="31750" cap="flat">
              <a:solidFill>
                <a:srgbClr val="33A5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3A54A"/>
              </a:solidFill>
              <a:ln w="9525" cap="flat">
                <a:solidFill>
                  <a:srgbClr val="33A54A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'18</c:v>
                </c:pt>
                <c:pt idx="1">
                  <c:v>'19</c:v>
                </c:pt>
                <c:pt idx="2">
                  <c:v>'20</c:v>
                </c:pt>
                <c:pt idx="3">
                  <c:v>'21</c:v>
                </c:pt>
                <c:pt idx="4">
                  <c:v>'22</c:v>
                </c:pt>
                <c:pt idx="5">
                  <c:v>'23</c:v>
                </c:pt>
                <c:pt idx="6">
                  <c:v>'24</c:v>
                </c:pt>
                <c:pt idx="7">
                  <c:v>'25</c:v>
                </c:pt>
                <c:pt idx="8">
                  <c:v>'26</c:v>
                </c:pt>
                <c:pt idx="9">
                  <c:v>'27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100</c:v>
                </c:pt>
                <c:pt idx="1">
                  <c:v>103</c:v>
                </c:pt>
                <c:pt idx="2">
                  <c:v>104</c:v>
                </c:pt>
                <c:pt idx="3">
                  <c:v>106</c:v>
                </c:pt>
                <c:pt idx="4">
                  <c:v>108</c:v>
                </c:pt>
                <c:pt idx="5">
                  <c:v>110</c:v>
                </c:pt>
                <c:pt idx="6">
                  <c:v>112</c:v>
                </c:pt>
                <c:pt idx="7">
                  <c:v>114</c:v>
                </c:pt>
                <c:pt idx="8">
                  <c:v>116</c:v>
                </c:pt>
                <c:pt idx="9">
                  <c:v>118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4D7-46D1-8A4C-C989AA3196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Potential (pessimistic vintage)</c:v>
                </c:pt>
              </c:strCache>
            </c:strRef>
          </c:tx>
          <c:spPr>
            <a:ln w="31750" cap="flat">
              <a:solidFill>
                <a:srgbClr val="D9770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'18</c:v>
                </c:pt>
                <c:pt idx="1">
                  <c:v>'19</c:v>
                </c:pt>
                <c:pt idx="2">
                  <c:v>'20</c:v>
                </c:pt>
                <c:pt idx="3">
                  <c:v>'21</c:v>
                </c:pt>
                <c:pt idx="4">
                  <c:v>'22</c:v>
                </c:pt>
                <c:pt idx="5">
                  <c:v>'23</c:v>
                </c:pt>
                <c:pt idx="6">
                  <c:v>'24</c:v>
                </c:pt>
                <c:pt idx="7">
                  <c:v>'25</c:v>
                </c:pt>
                <c:pt idx="8">
                  <c:v>'26</c:v>
                </c:pt>
                <c:pt idx="9">
                  <c:v>'27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100</c:v>
                </c:pt>
                <c:pt idx="1">
                  <c:v>101</c:v>
                </c:pt>
                <c:pt idx="2">
                  <c:v>100</c:v>
                </c:pt>
                <c:pt idx="3">
                  <c:v>102</c:v>
                </c:pt>
                <c:pt idx="4">
                  <c:v>104</c:v>
                </c:pt>
                <c:pt idx="5">
                  <c:v>106</c:v>
                </c:pt>
                <c:pt idx="6">
                  <c:v>108</c:v>
                </c:pt>
                <c:pt idx="7">
                  <c:v>110</c:v>
                </c:pt>
                <c:pt idx="8">
                  <c:v>112</c:v>
                </c:pt>
                <c:pt idx="9">
                  <c:v>114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4D7-46D1-8A4C-C989AA3196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978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0" y="502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QPMs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371600" cy="0"/>
          </a:xfrm>
          <a:prstGeom prst="line">
            <a:avLst/>
          </a:prstGeom>
          <a:noFill/>
          <a:ln w="508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Semi-Structural Quarterly Projection Models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73152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4114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 QPM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44165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structure built for central bank policy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73152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77240" y="4754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754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Unobserved Variables &amp; Judgment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0566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output, r*, NAIRU, expectations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73152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77240" y="5394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Sticky-Price Inflation Framework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569671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of credibility measurement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 · June 10, 2026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6D961FB-1058-E343-D970-627333305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201" y="323687"/>
            <a:ext cx="629982" cy="62998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53F9B39-FCBE-1440-A98B-C8B24F720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667" y="90245"/>
            <a:ext cx="1145391" cy="11453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· QPMs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WEDNESDAY, JUNE 10,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 Today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economics meets the data — and where judgment meets the 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406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777240" cy="7772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80720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26517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QPM architecture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783080" y="31089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core equations: output gap, Phillips curve, policy rule, and exchange rate.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54406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6446520" y="2651760"/>
            <a:ext cx="777240" cy="7772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80720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26517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Unobserved variables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406640" y="31089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potential output, r*, and NAIRU must be estimated — and why judgment is essential.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4297680"/>
            <a:ext cx="54406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822960" y="4617720"/>
            <a:ext cx="777240" cy="7772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77316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46177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&amp; flexible prices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1783080" y="5074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sticky-price inflation is the right lens for policy credibility.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172200" y="4297680"/>
            <a:ext cx="54406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6446520" y="4617720"/>
            <a:ext cx="777240" cy="7772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47731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06640" y="46177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&amp; scenario design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7406640" y="5074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model parameters are tailored to a country and set up for Case A/B scenarios.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5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01DA804-DA1B-C369-B410-F01401ED56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782FECCF-A302-E5C3-81A3-BFFF27B5B040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· QPMs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WEDNESDAY, JUNE 10,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Semi-Structural?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pragmatic middle ground — economic content without unmanageable complexity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566160" cy="3840480"/>
          </a:xfrm>
          <a:prstGeom prst="rect">
            <a:avLst/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566160" cy="548640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TIME SERIES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/ Black Box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7240" y="37033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without structural interpretation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role for policy or credibility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tell scenario stories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2331720"/>
            <a:ext cx="3566160" cy="3840480"/>
          </a:xfrm>
          <a:prstGeom prst="rect">
            <a:avLst/>
          </a:prstGeom>
          <a:solidFill>
            <a:srgbClr val="E8F5EC"/>
          </a:solidFill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297680" y="2331720"/>
            <a:ext cx="3566160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29768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SEMI-STRUCTURAL QPM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3063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26280" y="37033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set of behaviorally-meaningful equations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economic interpretation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policy trade-off analysis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Tractable for monthly/quarterly cycles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2331720"/>
            <a:ext cx="3566160" cy="3840480"/>
          </a:xfrm>
          <a:prstGeom prst="rect">
            <a:avLst/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8046720" y="2331720"/>
            <a:ext cx="3566160" cy="548640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04672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DSGE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75320" y="3063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but Heavy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75320" y="37033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microfoundations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welfare &amp; deep analysis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run; risk of misspecification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operate in a policy cycle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1064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QPMs give forecasting teams economic content they can defend — and simplicity they can actually run every cycle.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40D0F45-81F9-7AA3-6DDF-0B83289DA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29" name="Text 26">
            <a:extLst>
              <a:ext uri="{FF2B5EF4-FFF2-40B4-BE49-F238E27FC236}">
                <a16:creationId xmlns:a16="http://schemas.microsoft.com/office/drawing/2014/main" id="{96FD10BE-5056-79E0-23AE-1B1746873BC4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policy analysis · MCP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955280" y="457200"/>
            <a:ext cx="36576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Complementarity Problem (MCP) Ingredients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problem assembled from three pieces — solved jointly with occasionally-binding constraints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851660" y="2606040"/>
            <a:ext cx="1005840" cy="1005840"/>
          </a:xfrm>
          <a:prstGeom prst="ellipse">
            <a:avLst/>
          </a:prstGeom>
          <a:solidFill>
            <a:srgbClr val="E8F5EC"/>
          </a:solidFill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816352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794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4114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Minimization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080260" y="48463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822960" y="4983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bank chooses policy to minimize a weighted sum of deviations — inflation from target, output from potential, and changes in the policy rate.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79392" y="219456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279392" y="219456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5582412" y="2606040"/>
            <a:ext cx="1005840" cy="1005840"/>
          </a:xfrm>
          <a:prstGeom prst="ellipse">
            <a:avLst/>
          </a:prstGeom>
          <a:solidFill>
            <a:srgbClr val="E8F5EC"/>
          </a:solidFill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2816352"/>
            <a:ext cx="594360" cy="5943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07992" y="3794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02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07992" y="4114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+ Nonlinear Equations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11012" y="48463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4553712" y="4983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economy is a system of linear and nonlinear equations — including a convex Phillips curve and endogenous policy credibility that responds to performance.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010144" y="219456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9"/>
          <p:cNvSpPr/>
          <p:nvPr/>
        </p:nvSpPr>
        <p:spPr>
          <a:xfrm>
            <a:off x="8010144" y="219456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0"/>
          <p:cNvSpPr/>
          <p:nvPr/>
        </p:nvSpPr>
        <p:spPr>
          <a:xfrm>
            <a:off x="9313164" y="2606040"/>
            <a:ext cx="1005840" cy="1005840"/>
          </a:xfrm>
          <a:prstGeom prst="ellipse">
            <a:avLst/>
          </a:prstGeom>
          <a:solidFill>
            <a:srgbClr val="E8F5EC"/>
          </a:solidFill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8904" y="2816352"/>
            <a:ext cx="594360" cy="5943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238744" y="3794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03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238744" y="4114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Occasionally-Binding Constraints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9541764" y="48463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4"/>
          <p:cNvSpPr/>
          <p:nvPr/>
        </p:nvSpPr>
        <p:spPr>
          <a:xfrm>
            <a:off x="8284464" y="4983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Nasty constraints enter and exit — most prominently the effective lower bound on interest rates — requiring complementarity-style solution methods.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jointly as a Mixed Complementarity Problem — the right tool for kinked policy rules and active ELB constraints.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1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C822472-5415-B525-7F40-8F4A776183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8" name="Text 26">
            <a:extLst>
              <a:ext uri="{FF2B5EF4-FFF2-40B4-BE49-F238E27FC236}">
                <a16:creationId xmlns:a16="http://schemas.microsoft.com/office/drawing/2014/main" id="{2227D3BD-85B2-A23F-BBCD-33BFB866EC9E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6125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· QPMs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WEDNESDAY, JUNE 10,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QPM Equations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coherent system that captures the transmission mechanism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1064240" cy="932688"/>
          </a:xfrm>
          <a:prstGeom prst="rect">
            <a:avLst/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73152" cy="93268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23591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Gap (IS)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80160" y="27249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gap  =  ρ · y gap(−1)  −  β · (r − r*)  +  γ · (z − z*)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3774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demand responds to the real interest rate gap and real exchange rate gap.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346704"/>
            <a:ext cx="11064240" cy="932688"/>
          </a:xfrm>
          <a:prstGeom prst="rect">
            <a:avLst/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73152" cy="93268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31520" y="34381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80160" y="34198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Phillips Curve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80160" y="37856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  =  α · Eπ  +  (1−α) · π(−1)  +  λ · y gap  +  ε 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43814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driven by expectations, inertia, and the output gap. Sticky/flexible split applies here.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407408"/>
            <a:ext cx="11064240" cy="932688"/>
          </a:xfrm>
          <a:prstGeom prst="rect">
            <a:avLst/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48640" y="4407408"/>
            <a:ext cx="73152" cy="93268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31520" y="44988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0160" y="4480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Rule (Taylor-type)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80160" y="4846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 =  φ · i(−1)  +  (1−φ) · [ i* + θπ · (π−π̄) + θy · y gap 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44988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bank reacts systematically to inflation and output gaps, with smoothing.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5468112"/>
            <a:ext cx="11064240" cy="932688"/>
          </a:xfrm>
          <a:prstGeom prst="rect">
            <a:avLst/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48640" y="5468112"/>
            <a:ext cx="73152" cy="93268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31520" y="55595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80160" y="5541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UIP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280160" y="590702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 =  Δs  +  i*  +  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555955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dynamics link domestic policy, foreign rates, and country risk premium.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DBD2C66-4958-E6B8-847F-F6C3A314F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7" name="Text 26">
            <a:extLst>
              <a:ext uri="{FF2B5EF4-FFF2-40B4-BE49-F238E27FC236}">
                <a16:creationId xmlns:a16="http://schemas.microsoft.com/office/drawing/2014/main" id="{179850BA-5132-A762-1887-19B678417DD7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00950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· QPMs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WEDNESDAY, JUNE 10,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Unobserved Variables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starred quantities — y*, r*, u*, π* — are estimated, not measured. Judgment is essential.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UNOBSERVABLES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E8F5EC"/>
          </a:solidFill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33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y*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Economy's non-inflationary capacity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E8F5EC"/>
          </a:solidFill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33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r*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interest rate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685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consistent with stable inflation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E8F5EC"/>
          </a:solidFill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33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u*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8872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370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consistent with stable inflation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E8F5EC"/>
          </a:solidFill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33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8872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risk premium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5056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between domestic and foreign yields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rgbClr val="E8F5EC"/>
          </a:solidFill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4864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33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5486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expectations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742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behavior of price-setters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0" y="2423160"/>
            <a:ext cx="5074920" cy="37947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812280" y="2651760"/>
            <a:ext cx="594360" cy="594360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743200"/>
            <a:ext cx="411480" cy="4114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54380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JUDGMENT MATTERS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812280" y="3383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change with every vintage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812280" y="388620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filter or model can identify these from data alone — priors and structural assumptions matter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output revisions can flip a positive output gap to negative — policy implications shift overnight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r* is inherently contested; different methods disagree by hundreds of basis points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II makes these priors explicit and tests robustness across scenarios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89A8711-EFD6-42F0-F6A0-18924764B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40" name="Text 26">
            <a:extLst>
              <a:ext uri="{FF2B5EF4-FFF2-40B4-BE49-F238E27FC236}">
                <a16:creationId xmlns:a16="http://schemas.microsoft.com/office/drawing/2014/main" id="{6845C570-E6B0-CE7D-58D3-081611F3D1F4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50976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Ingredient 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955280" y="457200"/>
            <a:ext cx="36576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Policy Loss Function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bank minimizes a discounted sum of three quadratic terms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64240" cy="1325880"/>
          </a:xfrm>
          <a:prstGeom prst="rect">
            <a:avLst/>
          </a:prstGeom>
          <a:solidFill>
            <a:srgbClr val="F7F7F7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 =  </a:t>
            </a: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[ 1.0·(π4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t+i</a:t>
            </a: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π*)²  +  1.0·y²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t+i</a:t>
            </a: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0.5·(rs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t+i</a:t>
            </a: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rs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t+i−1</a:t>
            </a: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)² ]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Summed over i = 0 to ∞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440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73152" cy="12344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IT, target deviations are costly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20624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deviations from π* are penalised — because under inflation targeting, the target is the nominal anchor.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749040"/>
            <a:ext cx="5440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172200" y="3749040"/>
            <a:ext cx="73152" cy="12344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00800" y="38862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output deviations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20624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Penalising y²_t minimises the amplitude of the business cycle and prevents prolonged gaps in either direction.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5440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73152" cy="12344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77240" y="52578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Gradualism in policy rates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557784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Penalising changes in the real rate (rs − rs_(−1)) reflects aversion to sharp movements and strengthens expectations channel.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5120640"/>
            <a:ext cx="5440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172200" y="5120640"/>
            <a:ext cx="73152" cy="12344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400800" y="52578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response (despite symmetric loss)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557784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the loss function is symmetric, endogenous credibility produces stronger responses to overshoots than undershoots.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287D0D1-1664-6187-B55A-385FFCA86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1" name="Text 26">
            <a:extLst>
              <a:ext uri="{FF2B5EF4-FFF2-40B4-BE49-F238E27FC236}">
                <a16:creationId xmlns:a16="http://schemas.microsoft.com/office/drawing/2014/main" id="{77E8A2D4-51D0-8D53-65BC-407A7294F4B8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35351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Ingredient 02 (a)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955280" y="457200"/>
            <a:ext cx="36576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Expectations-Augmented Phillips Curve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driven by expectations, inertia, and a nonlinear output-gap effect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1600200"/>
          </a:xfrm>
          <a:prstGeom prst="rect">
            <a:avLst/>
          </a:prstGeom>
          <a:solidFill>
            <a:srgbClr val="F7F7F7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λ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π4</a:t>
            </a:r>
            <a:r>
              <a:rPr lang="en-US" sz="16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(1 − λ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· π4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t−1</a:t>
            </a: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λ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[ y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t−1</a:t>
            </a: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y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(y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y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t−1</a:t>
            </a:r>
            <a:r>
              <a:rPr lang="en-US" sz="2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]  +  ε</a:t>
            </a:r>
            <a:r>
              <a:rPr lang="en-US" sz="16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output gap effect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Calibration: λ₁ = 0.70,   λ₂ = 0.10,   y_max = 6.0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64592" cy="164592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68680" y="4297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π4^e_t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Inflation expectations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64592" cy="164592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π4_(t−1) = (1/4) Σ π_(t−i)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Backward-looking component of inflation (4-quarter average)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64592" cy="164592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68680" y="5212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y_(t−1)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Output gap in period t−1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715000"/>
            <a:ext cx="164592" cy="164592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68680" y="5669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y_max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Maximum output gap possible before inflation explodes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4826295-0113-124B-0F29-B44AA257A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25" name="Text 26">
            <a:extLst>
              <a:ext uri="{FF2B5EF4-FFF2-40B4-BE49-F238E27FC236}">
                <a16:creationId xmlns:a16="http://schemas.microsoft.com/office/drawing/2014/main" id="{C2A2A65B-8ACC-65DC-CD44-237ACA722695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Ingredient 02 (a)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955280" y="457200"/>
            <a:ext cx="36576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Phillips Curve — Different y_max Values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output-gap effect: as y → y_max, the inflation response explodes into the dark corner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75320" y="2331720"/>
            <a:ext cx="3383280" cy="1508760"/>
          </a:xfrm>
          <a:prstGeom prst="rect">
            <a:avLst/>
          </a:prstGeom>
          <a:solidFill>
            <a:srgbClr val="FBE9E9"/>
          </a:solidFill>
          <a:ln w="12700">
            <a:solidFill>
              <a:srgbClr val="C930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45820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CORNER · LEFT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5820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Double-Digit Unemployment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458200" y="3108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Valley of despair — large negative gaps, deflationary pressure, monetary policy loses traction at the ELB.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75320" y="3931920"/>
            <a:ext cx="3383280" cy="1508760"/>
          </a:xfrm>
          <a:prstGeom prst="rect">
            <a:avLst/>
          </a:prstGeom>
          <a:solidFill>
            <a:srgbClr val="FBE9E9"/>
          </a:solidFill>
          <a:ln w="12700">
            <a:solidFill>
              <a:srgbClr val="C930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845820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CORNER · RIGHT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5820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Hyperinflation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458200" y="4709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constraints bind hard; small further overheating triggers sharp, explosive inflation.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75320" y="5532120"/>
            <a:ext cx="3383280" cy="777240"/>
          </a:xfrm>
          <a:prstGeom prst="rect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8458200" y="55961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MODERATION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458200" y="5852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is roughly linear between {−2 : 2} — this is where policy usually operates.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07416C5-4176-51E9-12BF-25E9DB6A8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24" name="Text 26">
            <a:extLst>
              <a:ext uri="{FF2B5EF4-FFF2-40B4-BE49-F238E27FC236}">
                <a16:creationId xmlns:a16="http://schemas.microsoft.com/office/drawing/2014/main" id="{8AF70A48-5530-34E4-53C1-76DE3FAE8562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pic>
        <p:nvPicPr>
          <p:cNvPr id="25" name="Content Placeholder 4">
            <a:extLst>
              <a:ext uri="{FF2B5EF4-FFF2-40B4-BE49-F238E27FC236}">
                <a16:creationId xmlns:a16="http://schemas.microsoft.com/office/drawing/2014/main" id="{75A781BC-0900-303E-E7C3-74DBF31A2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34" y="2331718"/>
            <a:ext cx="7698739" cy="402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39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credibility · Step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955280" y="457200"/>
            <a:ext cx="36576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Regimes and CB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hypothetical regimes — a Low-inflation anchor and a High-inflation drift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49240" cy="1828800"/>
          </a:xfrm>
          <a:prstGeom prst="rect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349240" cy="41148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INFLATION REGIME (L)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to the π* target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π4</a:t>
            </a:r>
            <a:r>
              <a:rPr lang="en-US" sz="14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r>
              <a:rPr lang="en-US" sz="14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Γ</a:t>
            </a:r>
            <a:r>
              <a:rPr lang="en-US" sz="14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r>
              <a:rPr lang="en-US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π4</a:t>
            </a:r>
            <a:r>
              <a:rPr lang="en-US" sz="14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t−1</a:t>
            </a:r>
            <a:r>
              <a:rPr lang="en-US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(1 − Γ</a:t>
            </a:r>
            <a:r>
              <a:rPr lang="en-US" sz="14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r>
              <a:rPr lang="en-US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· π* + ε</a:t>
            </a:r>
            <a:r>
              <a:rPr lang="en-US" sz="14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πL</a:t>
            </a:r>
            <a:r>
              <a:rPr lang="en-US" sz="14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5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Γ^L = 0.5,   π* = 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349240" cy="1828800"/>
          </a:xfrm>
          <a:prstGeom prst="rect">
            <a:avLst/>
          </a:prstGeom>
          <a:solidFill>
            <a:srgbClr val="FBE9E9"/>
          </a:solidFill>
          <a:ln w="12700">
            <a:solidFill>
              <a:srgbClr val="C930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263640" y="2194560"/>
            <a:ext cx="5349240" cy="41148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263640" y="219456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INFLATION REGIME (H)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to a higher level (10%)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π4</a:t>
            </a:r>
            <a:r>
              <a:rPr lang="en-US" sz="14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r>
              <a:rPr lang="en-US" sz="14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Γ</a:t>
            </a:r>
            <a:r>
              <a:rPr lang="en-US" sz="14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r>
              <a:rPr lang="en-US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π4</a:t>
            </a:r>
            <a:r>
              <a:rPr lang="en-US" sz="14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t−1</a:t>
            </a:r>
            <a:r>
              <a:rPr lang="en-US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(1 − Γ</a:t>
            </a:r>
            <a:r>
              <a:rPr lang="en-US" sz="14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r>
              <a:rPr lang="en-US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· 10 + ε</a:t>
            </a:r>
            <a:r>
              <a:rPr lang="en-US" sz="14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πH</a:t>
            </a:r>
            <a:r>
              <a:rPr lang="en-US" sz="14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4652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5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Γ^H = 0.9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 PERFORMANCE INDICATOR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64240" cy="1600200"/>
          </a:xfrm>
          <a:prstGeom prst="rect">
            <a:avLst/>
          </a:prstGeom>
          <a:solidFill>
            <a:srgbClr val="F7F7F7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31520" y="48006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(π4</a:t>
            </a:r>
            <a:r>
              <a:rPr lang="en-US" sz="16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π4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)²  /  [ (π4</a:t>
            </a:r>
            <a:r>
              <a:rPr lang="en-US" sz="16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π4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)²  +  (π4</a:t>
            </a:r>
            <a:r>
              <a:rPr lang="en-US" sz="16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π4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)² ]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r>
              <a:rPr lang="en-US" sz="14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</a:t>
            </a:r>
            <a:r>
              <a:rPr lang="en-US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"L"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     ·     </a:t>
            </a:r>
            <a:r>
              <a:rPr lang="en-US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r>
              <a:rPr lang="en-US" sz="14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b="1" dirty="0">
                <a:solidFill>
                  <a:srgbClr val="C9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</a:t>
            </a:r>
            <a:r>
              <a:rPr lang="en-US" b="1" dirty="0">
                <a:solidFill>
                  <a:srgbClr val="C9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"H"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860BDD3-1B17-9F7F-7358-5AD03F64E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28" name="Text 26">
            <a:extLst>
              <a:ext uri="{FF2B5EF4-FFF2-40B4-BE49-F238E27FC236}">
                <a16:creationId xmlns:a16="http://schemas.microsoft.com/office/drawing/2014/main" id="{9CA2FF55-03F3-B1C8-FD8E-F33D5F20B4EA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credibility · Step 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955280" y="457200"/>
            <a:ext cx="36576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Sticky Prices?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is a reflection of performance — and sticky prices are the cleanest signal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61188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851660" y="2606040"/>
            <a:ext cx="1005840" cy="1005840"/>
          </a:xfrm>
          <a:prstGeom prst="ellipse">
            <a:avLst/>
          </a:prstGeom>
          <a:solidFill>
            <a:srgbClr val="E8F5EC"/>
          </a:solidFill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260" y="283464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794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41148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long-term expectations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2080260" y="49377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822960" y="50749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prices are "best" for thinking about how well central banks have been anchoring long-term inflation expectations and managing the short-run output-inflation trade-off.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79392" y="2194560"/>
            <a:ext cx="361188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279392" y="219456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5582412" y="2606040"/>
            <a:ext cx="1005840" cy="1005840"/>
          </a:xfrm>
          <a:prstGeom prst="ellipse">
            <a:avLst/>
          </a:prstGeom>
          <a:solidFill>
            <a:srgbClr val="E8F5EC"/>
          </a:solidFill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012" y="283464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07992" y="3794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02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07992" y="41148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price-setting signal</a:t>
            </a:r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5811012" y="49377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4553712" y="50749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better reflect the type of prices that are most relevant to central bankers — because they contain information on the underlying price-setting behaviour of the entire economy.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010144" y="2194560"/>
            <a:ext cx="361188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9"/>
          <p:cNvSpPr/>
          <p:nvPr/>
        </p:nvSpPr>
        <p:spPr>
          <a:xfrm>
            <a:off x="8010144" y="219456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0"/>
          <p:cNvSpPr/>
          <p:nvPr/>
        </p:nvSpPr>
        <p:spPr>
          <a:xfrm>
            <a:off x="9313164" y="2606040"/>
            <a:ext cx="1005840" cy="1005840"/>
          </a:xfrm>
          <a:prstGeom prst="ellipse">
            <a:avLst/>
          </a:prstGeom>
          <a:solidFill>
            <a:srgbClr val="E8F5EC"/>
          </a:solidFill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1764" y="283464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238744" y="3794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03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238744" y="41148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services (haircuts)</a:t>
            </a:r>
            <a:endParaRPr lang="en-US" dirty="0"/>
          </a:p>
        </p:txBody>
      </p:sp>
      <p:sp>
        <p:nvSpPr>
          <p:cNvPr id="28" name="Shape 23"/>
          <p:cNvSpPr/>
          <p:nvPr/>
        </p:nvSpPr>
        <p:spPr>
          <a:xfrm>
            <a:off x="9541764" y="49377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4"/>
          <p:cNvSpPr/>
          <p:nvPr/>
        </p:nvSpPr>
        <p:spPr>
          <a:xfrm>
            <a:off x="8284464" y="50749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broad sense, sticky prices are the components of the CPI basket that are non-tradeable services. The commonly used example is haircut prices — a non-traded service that requires domestic labour to produce.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548640" y="62179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construct the Central Bank Sticky Price Inflation Indicator (CBSPII) — the basis for measuring performance.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7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0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BD4C1EA-6133-3CE6-0E8F-30F68CA23F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7" name="Text 26">
            <a:extLst>
              <a:ext uri="{FF2B5EF4-FFF2-40B4-BE49-F238E27FC236}">
                <a16:creationId xmlns:a16="http://schemas.microsoft.com/office/drawing/2014/main" id="{E13038F0-4EA6-4D6C-2601-E28E33FD0F0F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087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· QPMs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WEDNESDAY, JUNE 10,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vs Flexible Price Inflation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prices tell central banks the same thing — split the CPI to read credibility correctly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394960" cy="3931920"/>
          </a:xfrm>
          <a:prstGeom prst="rect">
            <a:avLst/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949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PRICES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Fast-moving, noisy, weakly informative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Tradeable goods, commodities, energy, food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global prices, exchange rate, weather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frequent, often transitory movements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headline inflation alone can mislead policy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2331720"/>
            <a:ext cx="5394960" cy="3931920"/>
          </a:xfrm>
          <a:prstGeom prst="rect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263640" y="2331720"/>
            <a:ext cx="5394960" cy="5029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263640" y="23317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PRICES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Slow-moving, persistent, highly informative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92240" y="342900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Non-tradeable services (rent, haircuts, insurance, education)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underlying price-setting behaviour of the economy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reveals how well expectations are anchored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signal for credibility — used in CBSPII measurement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D50E47D-B500-79C7-EFC4-4997E7966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23" name="Text 26">
            <a:extLst>
              <a:ext uri="{FF2B5EF4-FFF2-40B4-BE49-F238E27FC236}">
                <a16:creationId xmlns:a16="http://schemas.microsoft.com/office/drawing/2014/main" id="{A003EEA7-D290-4505-35A9-183A4A1A64C0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2357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A5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 Sticky Price Inflation · Core vs Non-Traded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55280" y="457200"/>
            <a:ext cx="36576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 Core Sticky &amp; Non-Traded Sticky Price Inflation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3-month-over-3-month annualized · 1967–2026 · key episodes shaded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49947" y="2307031"/>
            <a:ext cx="240459" cy="2961742"/>
          </a:xfrm>
          <a:prstGeom prst="rect">
            <a:avLst/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582505" y="2307031"/>
            <a:ext cx="509207" cy="2961742"/>
          </a:xfrm>
          <a:prstGeom prst="rect">
            <a:avLst/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88468" y="2325319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Volcker disinflation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393017" y="2307031"/>
            <a:ext cx="113157" cy="296174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476545" y="2307031"/>
            <a:ext cx="127302" cy="2961742"/>
          </a:xfrm>
          <a:prstGeom prst="rect">
            <a:avLst/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400214" y="2307031"/>
            <a:ext cx="113157" cy="2961742"/>
          </a:xfrm>
          <a:prstGeom prst="rect">
            <a:avLst/>
          </a:prstGeom>
          <a:solidFill>
            <a:srgbClr val="F1E7F7"/>
          </a:solidFill>
          <a:ln w="12700">
            <a:solidFill>
              <a:srgbClr val="F1E7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598239" y="2307031"/>
            <a:ext cx="381905" cy="2961742"/>
          </a:xfrm>
          <a:prstGeom prst="rect">
            <a:avLst/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240551" y="2325319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COVID surge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836225490"/>
              </p:ext>
            </p:extLst>
          </p:nvPr>
        </p:nvGraphicFramePr>
        <p:xfrm>
          <a:off x="548640" y="2194560"/>
          <a:ext cx="110642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Federal Reserve Bank of Atlanta, Core Sticky Price CPI (monthly). Non-Traded Sticky = sticky items with tradeable goods removed (services-focused). 3M-o-3M annualized rate, Feb 1967–Mar 2026.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48640" y="6675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07A47F0-22BA-89BE-0B23-A58CCBBA2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876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A5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 Sticky Price Inflation · Recent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55280" y="457200"/>
            <a:ext cx="36576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Post-COVID Episode, 2015–2026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Core sticky and non-traded sticky — both surged, both still moderating toward 2%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15520" y="2312518"/>
            <a:ext cx="386505" cy="3027578"/>
          </a:xfrm>
          <a:prstGeom prst="rect">
            <a:avLst/>
          </a:prstGeom>
          <a:solidFill>
            <a:srgbClr val="F1E7F7"/>
          </a:solidFill>
          <a:ln w="12700">
            <a:solidFill>
              <a:srgbClr val="F1E7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15520" y="2358238"/>
            <a:ext cx="386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COVID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91904" y="2312518"/>
            <a:ext cx="1304453" cy="3027578"/>
          </a:xfrm>
          <a:prstGeom prst="rect">
            <a:avLst/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91904" y="2358238"/>
            <a:ext cx="13044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surge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2393616254"/>
              </p:ext>
            </p:extLst>
          </p:nvPr>
        </p:nvGraphicFramePr>
        <p:xfrm>
          <a:off x="548640" y="2194560"/>
          <a:ext cx="7315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8046720" y="2286000"/>
            <a:ext cx="3611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046720" y="2286000"/>
            <a:ext cx="73152" cy="12344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183880" y="23957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33A5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CORE STICKY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18388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Peaked near 7%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183880" y="2971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broadest sticky-price measure hit 6.9% in Aug 2022 — the highest rate since the early 1980s.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046720" y="3611880"/>
            <a:ext cx="3611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046720" y="3611880"/>
            <a:ext cx="73152" cy="12344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183880" y="3721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6B21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NON-TRADED STICKY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18388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Peaked at 6.1%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183880" y="4297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Stripping out tradeable goods gives a services-heavy view — still tracking above 2% in 2026.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8046720" y="4937760"/>
            <a:ext cx="3611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8046720" y="4937760"/>
            <a:ext cx="73152" cy="12344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183880" y="5047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183880" y="5303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Still above target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183880" y="5623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 of early 2026, both series remain above the 2% target — the classic FPAS-II credibility test.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48640" y="62179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Federal Reserve Bank of Atlanta, Core Sticky Price CPI (monthly). Non-Traded Sticky = sticky items with tradeable goods removed. 3M-o-3M annualized.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48640" y="6675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B5F4D41-DA75-BAE3-DC71-A96213068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623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credibility · Step 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955280" y="457200"/>
            <a:ext cx="36576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the Credibility Index — CBCSI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performance η_t to the Central Bank Credibility Stock Index γ_t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STOCK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64240" cy="1234440"/>
          </a:xfrm>
          <a:prstGeom prst="rect">
            <a:avLst/>
          </a:prstGeom>
          <a:solidFill>
            <a:srgbClr val="F7F7F7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ρ · γ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t−1</a:t>
            </a:r>
            <a:r>
              <a:rPr lang="en-US" sz="2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(1 − ρ) · η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t−1</a:t>
            </a:r>
            <a:r>
              <a:rPr lang="en-US" sz="2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ε</a:t>
            </a:r>
            <a:r>
              <a:rPr lang="en-US" sz="16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r>
              <a:rPr lang="en-US" sz="16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5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0.10   →   credibility accumulates slowly; it's a stock, not a flow.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OF EXPECTATIONS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1064240" cy="1234440"/>
          </a:xfrm>
          <a:prstGeom prst="rect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31520" y="4434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π4</a:t>
            </a:r>
            <a:r>
              <a:rPr lang="en-US" sz="13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13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C</a:t>
            </a:r>
            <a:r>
              <a:rPr lang="en-US" sz="13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π4</a:t>
            </a:r>
            <a:r>
              <a:rPr lang="en-US" sz="13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t+4</a:t>
            </a:r>
            <a:r>
              <a:rPr lang="en-US" sz="2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(1 − C</a:t>
            </a:r>
            <a:r>
              <a:rPr lang="en-US" sz="13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· π4</a:t>
            </a:r>
            <a:r>
              <a:rPr lang="en-US" sz="13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t−1</a:t>
            </a:r>
            <a:r>
              <a:rPr lang="en-US" sz="2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b</a:t>
            </a:r>
            <a:r>
              <a:rPr lang="en-US" sz="13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ε</a:t>
            </a:r>
            <a:r>
              <a:rPr lang="en-US" sz="1300" i="1" baseline="3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πe</a:t>
            </a:r>
            <a:r>
              <a:rPr lang="en-US" sz="13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inflation-expectation bias   b</a:t>
            </a:r>
            <a:r>
              <a:rPr lang="en-US" sz="1100" i="1" baseline="-40000" dirty="0">
                <a:solidFill>
                  <a:srgbClr val="5A5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600" i="1" dirty="0">
                <a:solidFill>
                  <a:srgbClr val="5A5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0.1 · (1 − C</a:t>
            </a:r>
            <a:r>
              <a:rPr lang="en-US" sz="1100" i="1" baseline="-40000" dirty="0">
                <a:solidFill>
                  <a:srgbClr val="5A5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600" i="1" dirty="0">
                <a:solidFill>
                  <a:srgbClr val="5A5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623560"/>
            <a:ext cx="36118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48640" y="5623560"/>
            <a:ext cx="54864" cy="64008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31520" y="56967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C_t ∈ [0, 1]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943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is bounded. 1 = fully anchored, 0 = no trust.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5623560"/>
            <a:ext cx="36118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297680" y="5623560"/>
            <a:ext cx="54864" cy="64008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480560" y="56967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credibility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80560" y="5943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put more weight on the target — expectations stay anchored.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5623560"/>
            <a:ext cx="36118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046720" y="5623560"/>
            <a:ext cx="54864" cy="64008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229600" y="56967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credibility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0" y="5943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weight past inflation more; bias b_t grows.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11C588-E607-8F2D-CC23-D48C6C7F8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2" name="Text 26">
            <a:extLst>
              <a:ext uri="{FF2B5EF4-FFF2-40B4-BE49-F238E27FC236}">
                <a16:creationId xmlns:a16="http://schemas.microsoft.com/office/drawing/2014/main" id="{4BB812B7-09F6-A355-9D3D-860FE562E053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94612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· QPMs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WEDNESDAY, JUNE 10,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Gap: The Hardest Unobservable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output estimates drive policy recommendations — and they move with every data vintage</a:t>
            </a:r>
            <a:endParaRPr lang="en-US" sz="1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331720"/>
          <a:ext cx="69494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726680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POLICY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26680" y="2788920"/>
            <a:ext cx="3931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7726680" y="2788920"/>
            <a:ext cx="73152" cy="10515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86384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58200" y="28620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 the output gap can flip with revisions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58200" y="32004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GDP path is inflationary or disinflationary depending on potential.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26680" y="3931920"/>
            <a:ext cx="3931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7726680" y="3931920"/>
            <a:ext cx="73152" cy="10515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863840" y="4023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58200" y="40050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rules amplify this uncertainty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458200" y="43434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changes in y* translate directly into different rate recommendations.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26680" y="5074920"/>
            <a:ext cx="3931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7726680" y="5074920"/>
            <a:ext cx="73152" cy="10515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7863840" y="5166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458200" y="51480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approach is the response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458200" y="54864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Case A/B with alternative y* assumptions — don't commit to one estimate.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03976C4-F155-3FE7-D8BA-E8A862683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0" name="Text 26">
            <a:extLst>
              <a:ext uri="{FF2B5EF4-FFF2-40B4-BE49-F238E27FC236}">
                <a16:creationId xmlns:a16="http://schemas.microsoft.com/office/drawing/2014/main" id="{BDA9FBFF-08D0-3469-C7E6-D6F150E41AD1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1954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· QPMs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WEDNESDAY, JUNE 10,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Workflow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literature to a country-specific model — with scenario design baked 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26060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40233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literature priors and the country's institutional features (FX regime, openness, financial depth).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13" name="Shape 11"/>
          <p:cNvSpPr/>
          <p:nvPr/>
        </p:nvSpPr>
        <p:spPr>
          <a:xfrm>
            <a:off x="3337560" y="329184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337560" y="3291840"/>
            <a:ext cx="26060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56616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moments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66160" y="40233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parameters so model impulse responses and volatilities match stylized facts.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18" name="Shape 16"/>
          <p:cNvSpPr/>
          <p:nvPr/>
        </p:nvSpPr>
        <p:spPr>
          <a:xfrm>
            <a:off x="6217920" y="329184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217920" y="3291840"/>
            <a:ext cx="26060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44652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0233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historical shocks through the model — does it reproduce known episodes?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9828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23" name="Shape 21"/>
          <p:cNvSpPr/>
          <p:nvPr/>
        </p:nvSpPr>
        <p:spPr>
          <a:xfrm>
            <a:off x="9098280" y="329184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9098280" y="3291840"/>
            <a:ext cx="26060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32688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scenarios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326880" y="40233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Case A / Case B / Market Ref around shared priors, with explicit uncertainty in y* and r*.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4 — we move this calibrated model into DynareJulia and run the first scenario simulations.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593BA30-7927-6CDA-1F7B-A5F11031F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5" name="Text 26">
            <a:extLst>
              <a:ext uri="{FF2B5EF4-FFF2-40B4-BE49-F238E27FC236}">
                <a16:creationId xmlns:a16="http://schemas.microsoft.com/office/drawing/2014/main" id="{426EA4C9-79AD-4281-0DEE-9E6EA3DBAB93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20243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 · QPMs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WEDNESDAY, JUNE 10,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Wrap-up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prepare for tomorrow's DynareJulia implementation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TODAY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Semi-structural QPMs sit between atheoretical VARs and heavy DSGEs — enough economics, enough speed.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equations — output gap, Phillips curve, policy rule, UIP — carry most of the policy content.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Unobservables (y*, r*, u*, Eπ) cannot be read off the data; judgment and priors are part of the model.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Sticky-price inflation is the right signal for credibility — flexible prices add noise, not information.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423160"/>
            <a:ext cx="5212080" cy="3840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629400" y="2606040"/>
            <a:ext cx="548640" cy="548640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69748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66560" y="324612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potential output estimated in your institution today — and how often does it get revised?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current policy rule give more weight to inflation or to the output gap? How would you defend that?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sticky-price indicator would you build for your economy, and what data constraints would you face?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had to pick one Case A / Case B pair for next quarter, what would differ across them?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F2FF25A-3D58-FE60-66C7-6A856BC2A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20" name="Text 26">
            <a:extLst>
              <a:ext uri="{FF2B5EF4-FFF2-40B4-BE49-F238E27FC236}">
                <a16:creationId xmlns:a16="http://schemas.microsoft.com/office/drawing/2014/main" id="{94E26B86-70EE-EB8F-5D2E-9BCCFBA8F37C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03875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4C8229-B4CB-4649-A947-7ACBD7CF42B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4ace47a-8eef-421f-a6b6-72341149de0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2580</Words>
  <Application>Microsoft Office PowerPoint</Application>
  <PresentationFormat>Widescreen</PresentationFormat>
  <Paragraphs>339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— Day 3: QPMs</dc:title>
  <dc:subject>PptxGenJS Presentation</dc:subject>
  <dc:creator>The Better Policy Project</dc:creator>
  <cp:lastModifiedBy>Asya Kostanyan</cp:lastModifiedBy>
  <cp:revision>7</cp:revision>
  <dcterms:created xsi:type="dcterms:W3CDTF">2026-04-24T08:52:59Z</dcterms:created>
  <dcterms:modified xsi:type="dcterms:W3CDTF">2026-06-08T15:46:02Z</dcterms:modified>
</cp:coreProperties>
</file>