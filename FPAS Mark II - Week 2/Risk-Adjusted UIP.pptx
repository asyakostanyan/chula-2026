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  <p:sldMasterId id="2147483727" r:id="rId3"/>
    <p:sldMasterId id="2147483773" r:id="rId4"/>
  </p:sldMasterIdLst>
  <p:notesMasterIdLst>
    <p:notesMasterId r:id="rId24"/>
  </p:notesMasterIdLst>
  <p:sldIdLst>
    <p:sldId id="256" r:id="rId5"/>
    <p:sldId id="562" r:id="rId6"/>
    <p:sldId id="563" r:id="rId7"/>
    <p:sldId id="565" r:id="rId8"/>
    <p:sldId id="566" r:id="rId9"/>
    <p:sldId id="567" r:id="rId10"/>
    <p:sldId id="564" r:id="rId11"/>
    <p:sldId id="409" r:id="rId12"/>
    <p:sldId id="410" r:id="rId13"/>
    <p:sldId id="411" r:id="rId14"/>
    <p:sldId id="412" r:id="rId15"/>
    <p:sldId id="594" r:id="rId16"/>
    <p:sldId id="595" r:id="rId17"/>
    <p:sldId id="596" r:id="rId18"/>
    <p:sldId id="597" r:id="rId19"/>
    <p:sldId id="605" r:id="rId20"/>
    <p:sldId id="413" r:id="rId21"/>
    <p:sldId id="414" r:id="rId22"/>
    <p:sldId id="264" r:id="rId23"/>
  </p:sldIdLst>
  <p:sldSz cx="12192000" cy="6858000"/>
  <p:notesSz cx="6889750" cy="100218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Documents\Canada\PLPT_plus_Undershoot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Documents\Canada\PLPT_plus_Undershoot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Documents\Monetary\NIKKEI_decomp_updated_Jan2017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Price Level</a:t>
            </a:r>
          </a:p>
        </c:rich>
      </c:tx>
      <c:layout>
        <c:manualLayout>
          <c:xMode val="edge"/>
          <c:yMode val="edge"/>
          <c:x val="0.14649537976109983"/>
          <c:y val="4.8769471997818442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0450926794772415"/>
          <c:y val="3.7340332458442711E-2"/>
          <c:w val="0.80484270294153282"/>
          <c:h val="0.80887946698970381"/>
        </c:manualLayout>
      </c:layout>
      <c:lineChart>
        <c:grouping val="standard"/>
        <c:varyColors val="0"/>
        <c:ser>
          <c:idx val="0"/>
          <c:order val="0"/>
          <c:tx>
            <c:strRef>
              <c:f>Overshoot!$C$2</c:f>
              <c:strCache>
                <c:ptCount val="1"/>
                <c:pt idx="0">
                  <c:v>Steady State</c:v>
                </c:pt>
              </c:strCache>
            </c:strRef>
          </c:tx>
          <c:spPr>
            <a:ln w="38100">
              <a:solidFill>
                <a:schemeClr val="tx1"/>
              </a:solidFill>
              <a:prstDash val="sysDash"/>
            </a:ln>
          </c:spPr>
          <c:marker>
            <c:symbol val="none"/>
          </c:marker>
          <c:cat>
            <c:numRef>
              <c:f>Overshoot!$A$3:$A$14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Overshoot!$C$3:$C$14</c:f>
              <c:numCache>
                <c:formatCode>General</c:formatCode>
                <c:ptCount val="12"/>
                <c:pt idx="0">
                  <c:v>1</c:v>
                </c:pt>
                <c:pt idx="1">
                  <c:v>1.0049999999999999</c:v>
                </c:pt>
                <c:pt idx="2">
                  <c:v>1.0100249999999997</c:v>
                </c:pt>
                <c:pt idx="3">
                  <c:v>1.0150751249999996</c:v>
                </c:pt>
                <c:pt idx="4">
                  <c:v>1.0201505006249996</c:v>
                </c:pt>
                <c:pt idx="5">
                  <c:v>1.0252512531281244</c:v>
                </c:pt>
                <c:pt idx="6">
                  <c:v>1.0303775093937648</c:v>
                </c:pt>
                <c:pt idx="7">
                  <c:v>1.0355293969407335</c:v>
                </c:pt>
                <c:pt idx="8">
                  <c:v>1.0407070439254371</c:v>
                </c:pt>
                <c:pt idx="9">
                  <c:v>1.0459105791450642</c:v>
                </c:pt>
                <c:pt idx="10">
                  <c:v>1.0511401320407894</c:v>
                </c:pt>
                <c:pt idx="11">
                  <c:v>1.0563958327009932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2D-4F17-A54C-C5BDB9E533AD}"/>
            </c:ext>
          </c:extLst>
        </c:ser>
        <c:ser>
          <c:idx val="1"/>
          <c:order val="1"/>
          <c:tx>
            <c:strRef>
              <c:f>Overshoot!$E$2</c:f>
              <c:strCache>
                <c:ptCount val="1"/>
                <c:pt idx="0">
                  <c:v>Price-Level-Path Targeting</c:v>
                </c:pt>
              </c:strCache>
            </c:strRef>
          </c:tx>
          <c:spPr>
            <a:ln w="38100">
              <a:solidFill>
                <a:srgbClr val="00B050"/>
              </a:solidFill>
            </a:ln>
          </c:spPr>
          <c:marker>
            <c:symbol val="none"/>
          </c:marker>
          <c:val>
            <c:numRef>
              <c:f>Overshoot!$E$3:$E$14</c:f>
              <c:numCache>
                <c:formatCode>General</c:formatCode>
                <c:ptCount val="12"/>
                <c:pt idx="0">
                  <c:v>1</c:v>
                </c:pt>
                <c:pt idx="1">
                  <c:v>1.0041249999999999</c:v>
                </c:pt>
                <c:pt idx="2">
                  <c:v>1.0077649531249999</c:v>
                </c:pt>
                <c:pt idx="3">
                  <c:v>1.0113929069562499</c:v>
                </c:pt>
                <c:pt idx="4">
                  <c:v>1.015387908938727</c:v>
                </c:pt>
                <c:pt idx="5">
                  <c:v>1.0200840780175686</c:v>
                </c:pt>
                <c:pt idx="6">
                  <c:v>1.0256945404466653</c:v>
                </c:pt>
                <c:pt idx="7">
                  <c:v>1.0318999924163677</c:v>
                </c:pt>
                <c:pt idx="8">
                  <c:v>1.0383493673689701</c:v>
                </c:pt>
                <c:pt idx="9">
                  <c:v>1.044709257244105</c:v>
                </c:pt>
                <c:pt idx="10">
                  <c:v>1.0507163354732585</c:v>
                </c:pt>
                <c:pt idx="11">
                  <c:v>1.0559699171506247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2D-4F17-A54C-C5BDB9E533AD}"/>
            </c:ext>
          </c:extLst>
        </c:ser>
        <c:ser>
          <c:idx val="2"/>
          <c:order val="2"/>
          <c:tx>
            <c:strRef>
              <c:f>Overshoot!$G$2</c:f>
              <c:strCache>
                <c:ptCount val="1"/>
                <c:pt idx="0">
                  <c:v>Inflation Targeting</c:v>
                </c:pt>
              </c:strCache>
            </c:strRef>
          </c:tx>
          <c:spPr>
            <a:ln w="38100">
              <a:solidFill>
                <a:srgbClr val="0070C0"/>
              </a:solidFill>
            </a:ln>
          </c:spPr>
          <c:marker>
            <c:symbol val="none"/>
          </c:marker>
          <c:val>
            <c:numRef>
              <c:f>Overshoot!$G$3:$G$14</c:f>
              <c:numCache>
                <c:formatCode>General</c:formatCode>
                <c:ptCount val="12"/>
                <c:pt idx="0">
                  <c:v>1</c:v>
                </c:pt>
                <c:pt idx="1">
                  <c:v>1.0041249999999999</c:v>
                </c:pt>
                <c:pt idx="2">
                  <c:v>1.0077649531249999</c:v>
                </c:pt>
                <c:pt idx="3">
                  <c:v>1.0113929069562499</c:v>
                </c:pt>
                <c:pt idx="4">
                  <c:v>1.0153525101869836</c:v>
                </c:pt>
                <c:pt idx="5">
                  <c:v>1.0195754881959149</c:v>
                </c:pt>
                <c:pt idx="6">
                  <c:v>1.0240089305944511</c:v>
                </c:pt>
                <c:pt idx="7">
                  <c:v>1.0286117989770218</c:v>
                </c:pt>
                <c:pt idx="8">
                  <c:v>1.0333522447344206</c:v>
                </c:pt>
                <c:pt idx="9">
                  <c:v>1.0382055427038546</c:v>
                </c:pt>
                <c:pt idx="10">
                  <c:v>1.0431524954182891</c:v>
                </c:pt>
                <c:pt idx="11">
                  <c:v>1.0481781984502456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2D-4F17-A54C-C5BDB9E533AD}"/>
            </c:ext>
          </c:extLst>
        </c:ser>
        <c:ser>
          <c:idx val="3"/>
          <c:order val="3"/>
          <c:tx>
            <c:strRef>
              <c:f>Overshoot!$I$2</c:f>
              <c:strCache>
                <c:ptCount val="1"/>
                <c:pt idx="0">
                  <c:v>Non-Credible Regime</c:v>
                </c:pt>
              </c:strCache>
            </c:strRef>
          </c:tx>
          <c:spPr>
            <a:ln w="38100">
              <a:solidFill>
                <a:srgbClr val="FF0000"/>
              </a:solidFill>
            </a:ln>
          </c:spPr>
          <c:marker>
            <c:symbol val="none"/>
          </c:marker>
          <c:val>
            <c:numRef>
              <c:f>Overshoot!$I$3:$I$14</c:f>
              <c:numCache>
                <c:formatCode>General</c:formatCode>
                <c:ptCount val="12"/>
                <c:pt idx="0">
                  <c:v>1</c:v>
                </c:pt>
                <c:pt idx="1">
                  <c:v>1.0041249999999999</c:v>
                </c:pt>
                <c:pt idx="2">
                  <c:v>1.0077649531249999</c:v>
                </c:pt>
                <c:pt idx="3">
                  <c:v>1.0112921304609375</c:v>
                </c:pt>
                <c:pt idx="4">
                  <c:v>1.0148316529175507</c:v>
                </c:pt>
                <c:pt idx="5">
                  <c:v>1.0183835637027623</c:v>
                </c:pt>
                <c:pt idx="6">
                  <c:v>1.021947906175722</c:v>
                </c:pt>
                <c:pt idx="7">
                  <c:v>1.0255247238473371</c:v>
                </c:pt>
                <c:pt idx="8">
                  <c:v>1.0291140603808029</c:v>
                </c:pt>
                <c:pt idx="9">
                  <c:v>1.0327159595921358</c:v>
                </c:pt>
                <c:pt idx="10">
                  <c:v>1.0363304654507084</c:v>
                </c:pt>
                <c:pt idx="11">
                  <c:v>1.0399576220797859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12D-4F17-A54C-C5BDB9E53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999232"/>
        <c:axId val="430001152"/>
      </c:lineChart>
      <c:catAx>
        <c:axId val="4299992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r>
                  <a:rPr lang="en-US" sz="1400" b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Time (Quarter)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430001152"/>
        <c:crosses val="autoZero"/>
        <c:auto val="1"/>
        <c:lblAlgn val="ctr"/>
        <c:lblOffset val="100"/>
        <c:noMultiLvlLbl val="0"/>
      </c:catAx>
      <c:valAx>
        <c:axId val="430001152"/>
        <c:scaling>
          <c:orientation val="minMax"/>
          <c:min val="1"/>
        </c:scaling>
        <c:delete val="0"/>
        <c:axPos val="l"/>
        <c:numFmt formatCode="General" sourceLinked="1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429999232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Inflation</a:t>
            </a:r>
          </a:p>
        </c:rich>
      </c:tx>
      <c:layout>
        <c:manualLayout>
          <c:xMode val="edge"/>
          <c:yMode val="edge"/>
          <c:x val="0.18267271522110423"/>
          <c:y val="9.4992233707465352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80804270224181"/>
          <c:y val="9.970311347605916E-2"/>
          <c:w val="0.81428116133648032"/>
          <c:h val="0.80803634161114457"/>
        </c:manualLayout>
      </c:layout>
      <c:lineChart>
        <c:grouping val="standard"/>
        <c:varyColors val="0"/>
        <c:ser>
          <c:idx val="1"/>
          <c:order val="0"/>
          <c:tx>
            <c:strRef>
              <c:f>Overshoot!$D$2</c:f>
              <c:strCache>
                <c:ptCount val="1"/>
                <c:pt idx="0">
                  <c:v>Price-Level-Path Targeting</c:v>
                </c:pt>
              </c:strCache>
            </c:strRef>
          </c:tx>
          <c:spPr>
            <a:ln w="38100">
              <a:solidFill>
                <a:srgbClr val="00B050"/>
              </a:solidFill>
            </a:ln>
          </c:spPr>
          <c:marker>
            <c:symbol val="none"/>
          </c:marker>
          <c:val>
            <c:numRef>
              <c:f>Overshoot!$D$3:$D$14</c:f>
              <c:numCache>
                <c:formatCode>General</c:formatCode>
                <c:ptCount val="12"/>
                <c:pt idx="0">
                  <c:v>2</c:v>
                </c:pt>
                <c:pt idx="1">
                  <c:v>1.6500000000000001</c:v>
                </c:pt>
                <c:pt idx="2">
                  <c:v>1.4500000000000002</c:v>
                </c:pt>
                <c:pt idx="3">
                  <c:v>1.44</c:v>
                </c:pt>
                <c:pt idx="4">
                  <c:v>1.58</c:v>
                </c:pt>
                <c:pt idx="5">
                  <c:v>1.8499999999999999</c:v>
                </c:pt>
                <c:pt idx="6">
                  <c:v>2.1999999999999997</c:v>
                </c:pt>
                <c:pt idx="7">
                  <c:v>2.42</c:v>
                </c:pt>
                <c:pt idx="8">
                  <c:v>2.5</c:v>
                </c:pt>
                <c:pt idx="9">
                  <c:v>2.4500000000000002</c:v>
                </c:pt>
                <c:pt idx="10">
                  <c:v>2.2999999999999998</c:v>
                </c:pt>
                <c:pt idx="1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B9-4AC7-B44E-7341AF0B0ABF}"/>
            </c:ext>
          </c:extLst>
        </c:ser>
        <c:ser>
          <c:idx val="0"/>
          <c:order val="1"/>
          <c:tx>
            <c:strRef>
              <c:f>Overshoot!$B$2</c:f>
              <c:strCache>
                <c:ptCount val="1"/>
                <c:pt idx="0">
                  <c:v>Steady State</c:v>
                </c:pt>
              </c:strCache>
            </c:strRef>
          </c:tx>
          <c:spPr>
            <a:ln w="38100">
              <a:solidFill>
                <a:schemeClr val="tx1"/>
              </a:solidFill>
              <a:prstDash val="sysDash"/>
            </a:ln>
          </c:spPr>
          <c:marker>
            <c:symbol val="none"/>
          </c:marker>
          <c:cat>
            <c:numRef>
              <c:f>Overshoot!$A$3:$A$14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Overshoot!$B$3:$B$14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B9-4AC7-B44E-7341AF0B0ABF}"/>
            </c:ext>
          </c:extLst>
        </c:ser>
        <c:ser>
          <c:idx val="2"/>
          <c:order val="2"/>
          <c:tx>
            <c:strRef>
              <c:f>Overshoot!$F$2</c:f>
              <c:strCache>
                <c:ptCount val="1"/>
                <c:pt idx="0">
                  <c:v>Inflation Targeting</c:v>
                </c:pt>
              </c:strCache>
            </c:strRef>
          </c:tx>
          <c:spPr>
            <a:ln w="38100">
              <a:solidFill>
                <a:srgbClr val="0070C0"/>
              </a:solidFill>
            </a:ln>
          </c:spPr>
          <c:marker>
            <c:symbol val="none"/>
          </c:marker>
          <c:val>
            <c:numRef>
              <c:f>Overshoot!$F$3:$F$14</c:f>
              <c:numCache>
                <c:formatCode>General</c:formatCode>
                <c:ptCount val="12"/>
                <c:pt idx="0">
                  <c:v>2</c:v>
                </c:pt>
                <c:pt idx="1">
                  <c:v>1.6500000000000001</c:v>
                </c:pt>
                <c:pt idx="2">
                  <c:v>1.4500000000000002</c:v>
                </c:pt>
                <c:pt idx="3">
                  <c:v>1.44</c:v>
                </c:pt>
                <c:pt idx="4">
                  <c:v>1.5660000000000001</c:v>
                </c:pt>
                <c:pt idx="5">
                  <c:v>1.6636500000000003</c:v>
                </c:pt>
                <c:pt idx="6">
                  <c:v>1.7393287500000001</c:v>
                </c:pt>
                <c:pt idx="7">
                  <c:v>1.7979797812500005</c:v>
                </c:pt>
                <c:pt idx="8">
                  <c:v>1.8434343304687504</c:v>
                </c:pt>
                <c:pt idx="9">
                  <c:v>1.8786616061132817</c:v>
                </c:pt>
                <c:pt idx="10">
                  <c:v>1.9059627447377936</c:v>
                </c:pt>
                <c:pt idx="11">
                  <c:v>1.9271211271717901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DB9-4AC7-B44E-7341AF0B0ABF}"/>
            </c:ext>
          </c:extLst>
        </c:ser>
        <c:ser>
          <c:idx val="3"/>
          <c:order val="3"/>
          <c:tx>
            <c:strRef>
              <c:f>Overshoot!$H$2</c:f>
              <c:strCache>
                <c:ptCount val="1"/>
                <c:pt idx="0">
                  <c:v>Non-Credible Regime</c:v>
                </c:pt>
              </c:strCache>
            </c:strRef>
          </c:tx>
          <c:spPr>
            <a:ln w="38100">
              <a:solidFill>
                <a:srgbClr val="FF0000"/>
              </a:solidFill>
            </a:ln>
          </c:spPr>
          <c:marker>
            <c:symbol val="none"/>
          </c:marker>
          <c:val>
            <c:numRef>
              <c:f>Overshoot!$H$3:$H$14</c:f>
              <c:numCache>
                <c:formatCode>General</c:formatCode>
                <c:ptCount val="12"/>
                <c:pt idx="0">
                  <c:v>2</c:v>
                </c:pt>
                <c:pt idx="1">
                  <c:v>1.6500000000000001</c:v>
                </c:pt>
                <c:pt idx="2">
                  <c:v>1.4500000000000002</c:v>
                </c:pt>
                <c:pt idx="3">
                  <c:v>1.4000000000000001</c:v>
                </c:pt>
                <c:pt idx="4">
                  <c:v>1.4000000000000001</c:v>
                </c:pt>
                <c:pt idx="5">
                  <c:v>1.4000000000000001</c:v>
                </c:pt>
                <c:pt idx="6">
                  <c:v>1.4000000000000001</c:v>
                </c:pt>
                <c:pt idx="7">
                  <c:v>1.4000000000000001</c:v>
                </c:pt>
                <c:pt idx="8">
                  <c:v>1.4000000000000001</c:v>
                </c:pt>
                <c:pt idx="9">
                  <c:v>1.4000000000000001</c:v>
                </c:pt>
                <c:pt idx="10">
                  <c:v>1.4000000000000001</c:v>
                </c:pt>
                <c:pt idx="11">
                  <c:v>1.4000000000000001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B9-4AC7-B44E-7341AF0B0A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1822336"/>
        <c:axId val="431824256"/>
      </c:lineChart>
      <c:catAx>
        <c:axId val="431822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Time </a:t>
                </a:r>
                <a:r>
                  <a:rPr lang="en-US" sz="1400" b="0" i="0" baseline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(Quarter)</a:t>
                </a:r>
                <a:endParaRPr lang="en-US" sz="1400" b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431824256"/>
        <c:crosses val="autoZero"/>
        <c:auto val="1"/>
        <c:lblAlgn val="ctr"/>
        <c:lblOffset val="100"/>
        <c:noMultiLvlLbl val="0"/>
      </c:catAx>
      <c:valAx>
        <c:axId val="431824256"/>
        <c:scaling>
          <c:orientation val="minMax"/>
          <c:max val="3"/>
          <c:min val="1"/>
        </c:scaling>
        <c:delete val="0"/>
        <c:axPos val="l"/>
        <c:numFmt formatCode="General" sourceLinked="0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431822336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000"/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30665109888313E-2"/>
          <c:y val="0.10362874293954037"/>
          <c:w val="0.85663803388212834"/>
          <c:h val="0.68989023870499855"/>
        </c:manualLayout>
      </c:layout>
      <c:lineChart>
        <c:grouping val="standard"/>
        <c:varyColors val="0"/>
        <c:ser>
          <c:idx val="0"/>
          <c:order val="0"/>
          <c:tx>
            <c:v>Nikkei Stock Average: TSE 225(left axis)</c:v>
          </c:tx>
          <c:spPr>
            <a:ln w="38100">
              <a:solidFill>
                <a:srgbClr val="008000"/>
              </a:solidFill>
            </a:ln>
          </c:spPr>
          <c:marker>
            <c:symbol val="none"/>
          </c:marker>
          <c:dPt>
            <c:idx val="250"/>
            <c:bubble3D val="0"/>
            <c:extLst>
              <c:ext xmlns:c16="http://schemas.microsoft.com/office/drawing/2014/chart" uri="{C3380CC4-5D6E-409C-BE32-E72D297353CC}">
                <c16:uniqueId val="{00000003-1F70-4ED8-A9D4-99F4CB3A17C1}"/>
              </c:ext>
            </c:extLst>
          </c:dPt>
          <c:cat>
            <c:strRef>
              <c:f>dlx!$G$4:$G$265</c:f>
              <c:strCache>
                <c:ptCount val="262"/>
                <c:pt idx="0">
                  <c:v>06/Jan/2012</c:v>
                </c:pt>
                <c:pt idx="1">
                  <c:v>13/Jan/2012</c:v>
                </c:pt>
                <c:pt idx="2">
                  <c:v>20/Jan/2012</c:v>
                </c:pt>
                <c:pt idx="3">
                  <c:v>27/Jan/2012</c:v>
                </c:pt>
                <c:pt idx="4">
                  <c:v>03/Feb/2012</c:v>
                </c:pt>
                <c:pt idx="5">
                  <c:v>10/Feb/2012</c:v>
                </c:pt>
                <c:pt idx="6">
                  <c:v>17/Feb/2012</c:v>
                </c:pt>
                <c:pt idx="7">
                  <c:v>24/Feb/2012</c:v>
                </c:pt>
                <c:pt idx="8">
                  <c:v>02/Mar/2012</c:v>
                </c:pt>
                <c:pt idx="9">
                  <c:v>09/Mar/2012</c:v>
                </c:pt>
                <c:pt idx="10">
                  <c:v>16/Mar/2012</c:v>
                </c:pt>
                <c:pt idx="11">
                  <c:v>23/Mar/2012</c:v>
                </c:pt>
                <c:pt idx="12">
                  <c:v>30/Mar/2012</c:v>
                </c:pt>
                <c:pt idx="13">
                  <c:v>06/Apr/2012</c:v>
                </c:pt>
                <c:pt idx="14">
                  <c:v>13/Apr/2012</c:v>
                </c:pt>
                <c:pt idx="15">
                  <c:v>20/Apr/2012</c:v>
                </c:pt>
                <c:pt idx="16">
                  <c:v>27/Apr/2012</c:v>
                </c:pt>
                <c:pt idx="17">
                  <c:v>04/May/2012</c:v>
                </c:pt>
                <c:pt idx="18">
                  <c:v>11/May/2012</c:v>
                </c:pt>
                <c:pt idx="19">
                  <c:v>18/May/2012</c:v>
                </c:pt>
                <c:pt idx="20">
                  <c:v>25/May/2012</c:v>
                </c:pt>
                <c:pt idx="21">
                  <c:v>01/Jun/2012</c:v>
                </c:pt>
                <c:pt idx="22">
                  <c:v>08/Jun/2012</c:v>
                </c:pt>
                <c:pt idx="23">
                  <c:v>15/Jun/2012</c:v>
                </c:pt>
                <c:pt idx="24">
                  <c:v>22/Jun/2012</c:v>
                </c:pt>
                <c:pt idx="25">
                  <c:v>29/Jun/2012</c:v>
                </c:pt>
                <c:pt idx="26">
                  <c:v>06/Jul/2012</c:v>
                </c:pt>
                <c:pt idx="27">
                  <c:v>13/Jul/2012</c:v>
                </c:pt>
                <c:pt idx="28">
                  <c:v>20/Jul/2012</c:v>
                </c:pt>
                <c:pt idx="29">
                  <c:v>27/Jul/2012</c:v>
                </c:pt>
                <c:pt idx="30">
                  <c:v>03/Aug/2012</c:v>
                </c:pt>
                <c:pt idx="31">
                  <c:v>10/Aug/2012</c:v>
                </c:pt>
                <c:pt idx="32">
                  <c:v>17/Aug/2012</c:v>
                </c:pt>
                <c:pt idx="33">
                  <c:v>24/Aug/2012</c:v>
                </c:pt>
                <c:pt idx="34">
                  <c:v>31/Aug/2012</c:v>
                </c:pt>
                <c:pt idx="35">
                  <c:v>07/Sep/2012</c:v>
                </c:pt>
                <c:pt idx="36">
                  <c:v>14/Sep/2012</c:v>
                </c:pt>
                <c:pt idx="37">
                  <c:v>21/Sep/2012</c:v>
                </c:pt>
                <c:pt idx="38">
                  <c:v>28/Sep/2012</c:v>
                </c:pt>
                <c:pt idx="39">
                  <c:v>05/Oct/2012</c:v>
                </c:pt>
                <c:pt idx="40">
                  <c:v>12/Oct/2012</c:v>
                </c:pt>
                <c:pt idx="41">
                  <c:v>19/Oct/2012</c:v>
                </c:pt>
                <c:pt idx="42">
                  <c:v>26/Oct/2012</c:v>
                </c:pt>
                <c:pt idx="43">
                  <c:v>02/Nov/2012</c:v>
                </c:pt>
                <c:pt idx="44">
                  <c:v>09/Nov/2012</c:v>
                </c:pt>
                <c:pt idx="45">
                  <c:v>16/Nov/2012</c:v>
                </c:pt>
                <c:pt idx="46">
                  <c:v>23/Nov/2012</c:v>
                </c:pt>
                <c:pt idx="47">
                  <c:v>30/Nov/2012</c:v>
                </c:pt>
                <c:pt idx="48">
                  <c:v>07/Dec/2012</c:v>
                </c:pt>
                <c:pt idx="49">
                  <c:v>14/Dec/2012</c:v>
                </c:pt>
                <c:pt idx="50">
                  <c:v>21/Dec/2012</c:v>
                </c:pt>
                <c:pt idx="51">
                  <c:v>28/Dec/2012</c:v>
                </c:pt>
                <c:pt idx="52">
                  <c:v>04/Jan/2013</c:v>
                </c:pt>
                <c:pt idx="53">
                  <c:v>11/Jan/2013</c:v>
                </c:pt>
                <c:pt idx="54">
                  <c:v>18/Jan/2013</c:v>
                </c:pt>
                <c:pt idx="55">
                  <c:v>25/Jan/2013</c:v>
                </c:pt>
                <c:pt idx="56">
                  <c:v>01/Feb/2013</c:v>
                </c:pt>
                <c:pt idx="57">
                  <c:v>08/Feb/2013</c:v>
                </c:pt>
                <c:pt idx="58">
                  <c:v>15/Feb/2013</c:v>
                </c:pt>
                <c:pt idx="59">
                  <c:v>22/Feb/2013</c:v>
                </c:pt>
                <c:pt idx="60">
                  <c:v>01/Mar/2013</c:v>
                </c:pt>
                <c:pt idx="61">
                  <c:v>08/Mar/2013</c:v>
                </c:pt>
                <c:pt idx="62">
                  <c:v>15/Mar/2013</c:v>
                </c:pt>
                <c:pt idx="63">
                  <c:v>22/Mar/2013</c:v>
                </c:pt>
                <c:pt idx="64">
                  <c:v>29/Mar/2013</c:v>
                </c:pt>
                <c:pt idx="65">
                  <c:v>05/Apr/2013</c:v>
                </c:pt>
                <c:pt idx="66">
                  <c:v>12/Apr/2013</c:v>
                </c:pt>
                <c:pt idx="67">
                  <c:v>19/Apr/2013</c:v>
                </c:pt>
                <c:pt idx="68">
                  <c:v>26/Apr/2013</c:v>
                </c:pt>
                <c:pt idx="69">
                  <c:v>03/May/2013</c:v>
                </c:pt>
                <c:pt idx="70">
                  <c:v>10/May/2013</c:v>
                </c:pt>
                <c:pt idx="71">
                  <c:v>17/May/2013</c:v>
                </c:pt>
                <c:pt idx="72">
                  <c:v>24/May/2013</c:v>
                </c:pt>
                <c:pt idx="73">
                  <c:v>31/May/2013</c:v>
                </c:pt>
                <c:pt idx="74">
                  <c:v>07/Jun/2013</c:v>
                </c:pt>
                <c:pt idx="75">
                  <c:v>14/Jun/2013</c:v>
                </c:pt>
                <c:pt idx="76">
                  <c:v>21/Jun/2013</c:v>
                </c:pt>
                <c:pt idx="77">
                  <c:v>28/Jun/2013</c:v>
                </c:pt>
                <c:pt idx="78">
                  <c:v>05/Jul/2013</c:v>
                </c:pt>
                <c:pt idx="79">
                  <c:v>12/Jul/2013</c:v>
                </c:pt>
                <c:pt idx="80">
                  <c:v>19/Jul/2013</c:v>
                </c:pt>
                <c:pt idx="81">
                  <c:v>26/Jul/2013</c:v>
                </c:pt>
                <c:pt idx="82">
                  <c:v>02/Aug/2013</c:v>
                </c:pt>
                <c:pt idx="83">
                  <c:v>09/Aug/2013</c:v>
                </c:pt>
                <c:pt idx="84">
                  <c:v>16/Aug/2013</c:v>
                </c:pt>
                <c:pt idx="85">
                  <c:v>23/Aug/2013</c:v>
                </c:pt>
                <c:pt idx="86">
                  <c:v>30/Aug/2013</c:v>
                </c:pt>
                <c:pt idx="87">
                  <c:v>06/Sep/2013</c:v>
                </c:pt>
                <c:pt idx="88">
                  <c:v>13/Sep/2013</c:v>
                </c:pt>
                <c:pt idx="89">
                  <c:v>20/Sep/2013</c:v>
                </c:pt>
                <c:pt idx="90">
                  <c:v>27/Sep/2013</c:v>
                </c:pt>
                <c:pt idx="91">
                  <c:v>04/Oct/2013</c:v>
                </c:pt>
                <c:pt idx="92">
                  <c:v>11/Oct/2013</c:v>
                </c:pt>
                <c:pt idx="93">
                  <c:v>18/Oct/2013</c:v>
                </c:pt>
                <c:pt idx="94">
                  <c:v>25/Oct/2013</c:v>
                </c:pt>
                <c:pt idx="95">
                  <c:v>01/Nov/2013</c:v>
                </c:pt>
                <c:pt idx="96">
                  <c:v>08/Nov/2013</c:v>
                </c:pt>
                <c:pt idx="97">
                  <c:v>15/Nov/2013</c:v>
                </c:pt>
                <c:pt idx="98">
                  <c:v>22/Nov/2013</c:v>
                </c:pt>
                <c:pt idx="99">
                  <c:v>29/Nov/2013</c:v>
                </c:pt>
                <c:pt idx="100">
                  <c:v>06/Dec/2013</c:v>
                </c:pt>
                <c:pt idx="101">
                  <c:v>13/Dec/2013</c:v>
                </c:pt>
                <c:pt idx="102">
                  <c:v>20/Dec/2013</c:v>
                </c:pt>
                <c:pt idx="103">
                  <c:v>27/Dec/2013</c:v>
                </c:pt>
                <c:pt idx="104">
                  <c:v>03/Jan/2014</c:v>
                </c:pt>
                <c:pt idx="105">
                  <c:v>10/Jan/2014</c:v>
                </c:pt>
                <c:pt idx="106">
                  <c:v>17/Jan/2014</c:v>
                </c:pt>
                <c:pt idx="107">
                  <c:v>24/Jan/2014</c:v>
                </c:pt>
                <c:pt idx="108">
                  <c:v>31/Jan/2014</c:v>
                </c:pt>
                <c:pt idx="109">
                  <c:v>07/Feb/2014</c:v>
                </c:pt>
                <c:pt idx="110">
                  <c:v>14/Feb/2014</c:v>
                </c:pt>
                <c:pt idx="111">
                  <c:v>21/Feb/2014</c:v>
                </c:pt>
                <c:pt idx="112">
                  <c:v>28/Feb/2014</c:v>
                </c:pt>
                <c:pt idx="113">
                  <c:v>07/Mar/2014</c:v>
                </c:pt>
                <c:pt idx="114">
                  <c:v>14/Mar/2014</c:v>
                </c:pt>
                <c:pt idx="115">
                  <c:v>21/Mar/2014</c:v>
                </c:pt>
                <c:pt idx="116">
                  <c:v>28/Mar/2014</c:v>
                </c:pt>
                <c:pt idx="117">
                  <c:v>04/Apr/2014</c:v>
                </c:pt>
                <c:pt idx="118">
                  <c:v>11/Apr/2014</c:v>
                </c:pt>
                <c:pt idx="119">
                  <c:v>18/Apr/2014</c:v>
                </c:pt>
                <c:pt idx="120">
                  <c:v>25/Apr/2014</c:v>
                </c:pt>
                <c:pt idx="121">
                  <c:v>02/May/2014</c:v>
                </c:pt>
                <c:pt idx="122">
                  <c:v>09/May/2014</c:v>
                </c:pt>
                <c:pt idx="123">
                  <c:v>16/May/2014</c:v>
                </c:pt>
                <c:pt idx="124">
                  <c:v>23/May/2014</c:v>
                </c:pt>
                <c:pt idx="125">
                  <c:v>30/May/2014</c:v>
                </c:pt>
                <c:pt idx="126">
                  <c:v>06/Jun/2014</c:v>
                </c:pt>
                <c:pt idx="127">
                  <c:v>13/Jun/2014</c:v>
                </c:pt>
                <c:pt idx="128">
                  <c:v>20/Jun/2014</c:v>
                </c:pt>
                <c:pt idx="129">
                  <c:v>27/Jun/2014</c:v>
                </c:pt>
                <c:pt idx="130">
                  <c:v>04/Jul/2014</c:v>
                </c:pt>
                <c:pt idx="131">
                  <c:v>11/Jul/2014</c:v>
                </c:pt>
                <c:pt idx="132">
                  <c:v>18/Jul/2014</c:v>
                </c:pt>
                <c:pt idx="133">
                  <c:v>25/Jul/2014</c:v>
                </c:pt>
                <c:pt idx="134">
                  <c:v>01/Aug/2014</c:v>
                </c:pt>
                <c:pt idx="135">
                  <c:v>08/Aug/2014</c:v>
                </c:pt>
                <c:pt idx="136">
                  <c:v>15/Aug/2014</c:v>
                </c:pt>
                <c:pt idx="137">
                  <c:v>22/Aug/2014</c:v>
                </c:pt>
                <c:pt idx="138">
                  <c:v>29/Aug/2014</c:v>
                </c:pt>
                <c:pt idx="139">
                  <c:v>05/Sep/2014</c:v>
                </c:pt>
                <c:pt idx="140">
                  <c:v>12/Sep/2014</c:v>
                </c:pt>
                <c:pt idx="141">
                  <c:v>19/Sep/2014</c:v>
                </c:pt>
                <c:pt idx="142">
                  <c:v>26/Sep/2014</c:v>
                </c:pt>
                <c:pt idx="143">
                  <c:v>03/Oct/2014</c:v>
                </c:pt>
                <c:pt idx="144">
                  <c:v>10/Oct/2014</c:v>
                </c:pt>
                <c:pt idx="145">
                  <c:v>17/Oct/2014</c:v>
                </c:pt>
                <c:pt idx="146">
                  <c:v>24/Oct/2014</c:v>
                </c:pt>
                <c:pt idx="147">
                  <c:v>31/Oct/2014</c:v>
                </c:pt>
                <c:pt idx="148">
                  <c:v>07/Nov/2014</c:v>
                </c:pt>
                <c:pt idx="149">
                  <c:v>14/Nov/2014</c:v>
                </c:pt>
                <c:pt idx="150">
                  <c:v>21/Nov/2014</c:v>
                </c:pt>
                <c:pt idx="151">
                  <c:v>28/Nov/2014</c:v>
                </c:pt>
                <c:pt idx="152">
                  <c:v>05/Dec/2014</c:v>
                </c:pt>
                <c:pt idx="153">
                  <c:v>12/Dec/2014</c:v>
                </c:pt>
                <c:pt idx="154">
                  <c:v>19/Dec/2014</c:v>
                </c:pt>
                <c:pt idx="155">
                  <c:v>26/Dec/2014</c:v>
                </c:pt>
                <c:pt idx="156">
                  <c:v>02/Jan/2015</c:v>
                </c:pt>
                <c:pt idx="157">
                  <c:v>09/Jan/2015</c:v>
                </c:pt>
                <c:pt idx="158">
                  <c:v>16/Jan/2015</c:v>
                </c:pt>
                <c:pt idx="159">
                  <c:v>23/Jan/2015</c:v>
                </c:pt>
                <c:pt idx="160">
                  <c:v>30/Jan/2015</c:v>
                </c:pt>
                <c:pt idx="161">
                  <c:v>06/Feb/2015</c:v>
                </c:pt>
                <c:pt idx="162">
                  <c:v>13/Feb/2015</c:v>
                </c:pt>
                <c:pt idx="163">
                  <c:v>20/Feb/2015</c:v>
                </c:pt>
                <c:pt idx="164">
                  <c:v>27/Feb/2015</c:v>
                </c:pt>
                <c:pt idx="165">
                  <c:v>06/Mar/2015</c:v>
                </c:pt>
                <c:pt idx="166">
                  <c:v>13/Mar/2015</c:v>
                </c:pt>
                <c:pt idx="167">
                  <c:v>20/Mar/2015</c:v>
                </c:pt>
                <c:pt idx="168">
                  <c:v>27/Mar/2015</c:v>
                </c:pt>
                <c:pt idx="169">
                  <c:v>03/Apr/2015</c:v>
                </c:pt>
                <c:pt idx="170">
                  <c:v>10/Apr/2015</c:v>
                </c:pt>
                <c:pt idx="171">
                  <c:v>17/Apr/2015</c:v>
                </c:pt>
                <c:pt idx="172">
                  <c:v>24/Apr/2015</c:v>
                </c:pt>
                <c:pt idx="173">
                  <c:v>01/May/2015</c:v>
                </c:pt>
                <c:pt idx="174">
                  <c:v>08/May/2015</c:v>
                </c:pt>
                <c:pt idx="175">
                  <c:v>15/May/2015</c:v>
                </c:pt>
                <c:pt idx="176">
                  <c:v>22/May/2015</c:v>
                </c:pt>
                <c:pt idx="177">
                  <c:v>29/May/2015</c:v>
                </c:pt>
                <c:pt idx="178">
                  <c:v>05/Jun/2015</c:v>
                </c:pt>
                <c:pt idx="179">
                  <c:v>12/Jun/2015</c:v>
                </c:pt>
                <c:pt idx="180">
                  <c:v>19/Jun/2015</c:v>
                </c:pt>
                <c:pt idx="181">
                  <c:v>26/Jun/2015</c:v>
                </c:pt>
                <c:pt idx="182">
                  <c:v>03/Jul/2015</c:v>
                </c:pt>
                <c:pt idx="183">
                  <c:v>10/Jul/2015</c:v>
                </c:pt>
                <c:pt idx="184">
                  <c:v>17/Jul/2015</c:v>
                </c:pt>
                <c:pt idx="185">
                  <c:v>24/Jul/2015</c:v>
                </c:pt>
                <c:pt idx="186">
                  <c:v>31/Jul/2015</c:v>
                </c:pt>
                <c:pt idx="187">
                  <c:v>07/Aug/2015</c:v>
                </c:pt>
                <c:pt idx="188">
                  <c:v>14/Aug/2015</c:v>
                </c:pt>
                <c:pt idx="189">
                  <c:v>21/Aug/2015</c:v>
                </c:pt>
                <c:pt idx="190">
                  <c:v>28/Aug/2015</c:v>
                </c:pt>
                <c:pt idx="191">
                  <c:v>04/Sep/2015</c:v>
                </c:pt>
                <c:pt idx="192">
                  <c:v>11/Sep/2015</c:v>
                </c:pt>
                <c:pt idx="193">
                  <c:v>18/Sep/2015</c:v>
                </c:pt>
                <c:pt idx="194">
                  <c:v>25/Sep/2015</c:v>
                </c:pt>
                <c:pt idx="195">
                  <c:v>02/Oct/2015</c:v>
                </c:pt>
                <c:pt idx="196">
                  <c:v>09/Oct/2015</c:v>
                </c:pt>
                <c:pt idx="197">
                  <c:v>16/Oct/2015</c:v>
                </c:pt>
                <c:pt idx="198">
                  <c:v>23/Oct/2015</c:v>
                </c:pt>
                <c:pt idx="199">
                  <c:v>30/Oct/2015</c:v>
                </c:pt>
                <c:pt idx="200">
                  <c:v>06/Nov/2015</c:v>
                </c:pt>
                <c:pt idx="201">
                  <c:v>13/Nov/2015</c:v>
                </c:pt>
                <c:pt idx="202">
                  <c:v>20/Nov/2015</c:v>
                </c:pt>
                <c:pt idx="203">
                  <c:v>27/Nov/2015</c:v>
                </c:pt>
                <c:pt idx="204">
                  <c:v>04/Dec/2015</c:v>
                </c:pt>
                <c:pt idx="205">
                  <c:v>11/Dec/2015</c:v>
                </c:pt>
                <c:pt idx="206">
                  <c:v>18/Dec/2015</c:v>
                </c:pt>
                <c:pt idx="207">
                  <c:v>25/Dec/2015</c:v>
                </c:pt>
                <c:pt idx="208">
                  <c:v>01/Jan/2016</c:v>
                </c:pt>
                <c:pt idx="209">
                  <c:v>08/Jan/2016</c:v>
                </c:pt>
                <c:pt idx="210">
                  <c:v>15/Jan/2016</c:v>
                </c:pt>
                <c:pt idx="211">
                  <c:v>22/Jan/2016</c:v>
                </c:pt>
                <c:pt idx="212">
                  <c:v>29/Jan/2016</c:v>
                </c:pt>
                <c:pt idx="213">
                  <c:v>05/Feb/2016</c:v>
                </c:pt>
                <c:pt idx="214">
                  <c:v>12/Feb/2016</c:v>
                </c:pt>
                <c:pt idx="215">
                  <c:v>19/Feb/2016</c:v>
                </c:pt>
                <c:pt idx="216">
                  <c:v>26/Feb/2016</c:v>
                </c:pt>
                <c:pt idx="217">
                  <c:v>04/Mar/2016</c:v>
                </c:pt>
                <c:pt idx="218">
                  <c:v>11/Mar/2016</c:v>
                </c:pt>
                <c:pt idx="219">
                  <c:v>18/Mar/2016</c:v>
                </c:pt>
                <c:pt idx="220">
                  <c:v>25/Mar/2016</c:v>
                </c:pt>
                <c:pt idx="221">
                  <c:v>01/Apr/2016</c:v>
                </c:pt>
                <c:pt idx="222">
                  <c:v>08/Apr/2016</c:v>
                </c:pt>
                <c:pt idx="223">
                  <c:v>15/Apr/2016</c:v>
                </c:pt>
                <c:pt idx="224">
                  <c:v>22/Apr/2016</c:v>
                </c:pt>
                <c:pt idx="225">
                  <c:v>29/Apr/2016</c:v>
                </c:pt>
                <c:pt idx="226">
                  <c:v>06/May/2016</c:v>
                </c:pt>
                <c:pt idx="227">
                  <c:v>13/May/2016</c:v>
                </c:pt>
                <c:pt idx="228">
                  <c:v>20/May/2016</c:v>
                </c:pt>
                <c:pt idx="229">
                  <c:v>27/May/2016</c:v>
                </c:pt>
                <c:pt idx="230">
                  <c:v>03/Jun/2016</c:v>
                </c:pt>
                <c:pt idx="231">
                  <c:v>10/Jun/2016</c:v>
                </c:pt>
                <c:pt idx="232">
                  <c:v>17/Jun/2016</c:v>
                </c:pt>
                <c:pt idx="233">
                  <c:v>24/Jun/2016</c:v>
                </c:pt>
                <c:pt idx="234">
                  <c:v>01/Jul/2016</c:v>
                </c:pt>
                <c:pt idx="235">
                  <c:v>08/Jul/2016</c:v>
                </c:pt>
                <c:pt idx="236">
                  <c:v>15/Jul/2016</c:v>
                </c:pt>
                <c:pt idx="237">
                  <c:v>22/Jul/2016</c:v>
                </c:pt>
                <c:pt idx="238">
                  <c:v>29/Jul/2016</c:v>
                </c:pt>
                <c:pt idx="239">
                  <c:v>05/Aug/2016</c:v>
                </c:pt>
                <c:pt idx="240">
                  <c:v>12/Aug/2016</c:v>
                </c:pt>
                <c:pt idx="241">
                  <c:v>19/Aug/2016</c:v>
                </c:pt>
                <c:pt idx="242">
                  <c:v>26/Aug/2016</c:v>
                </c:pt>
                <c:pt idx="243">
                  <c:v>02/Sep/2016</c:v>
                </c:pt>
                <c:pt idx="244">
                  <c:v>09/Sep/2016</c:v>
                </c:pt>
                <c:pt idx="245">
                  <c:v>16/Sep/2016</c:v>
                </c:pt>
                <c:pt idx="246">
                  <c:v>23/Sep/2016</c:v>
                </c:pt>
                <c:pt idx="247">
                  <c:v>30/Sep/2016</c:v>
                </c:pt>
                <c:pt idx="248">
                  <c:v>07/Oct/2016</c:v>
                </c:pt>
                <c:pt idx="249">
                  <c:v>14/Oct/2016</c:v>
                </c:pt>
                <c:pt idx="250">
                  <c:v>21/Oct/2016</c:v>
                </c:pt>
                <c:pt idx="251">
                  <c:v>28/Oct/2016</c:v>
                </c:pt>
                <c:pt idx="252">
                  <c:v>04/Nov/2016</c:v>
                </c:pt>
                <c:pt idx="253">
                  <c:v>11/Nov/2016</c:v>
                </c:pt>
                <c:pt idx="254">
                  <c:v>18/Nov/2016</c:v>
                </c:pt>
                <c:pt idx="255">
                  <c:v>25/Nov/2016</c:v>
                </c:pt>
                <c:pt idx="256">
                  <c:v>02/Dec/2016</c:v>
                </c:pt>
                <c:pt idx="257">
                  <c:v>09/Dec/2016</c:v>
                </c:pt>
                <c:pt idx="258">
                  <c:v>16/Dec/2016</c:v>
                </c:pt>
                <c:pt idx="259">
                  <c:v>23/Dec/2016</c:v>
                </c:pt>
                <c:pt idx="260">
                  <c:v>30/Dec/2016</c:v>
                </c:pt>
                <c:pt idx="261">
                  <c:v>06/Jan/2017</c:v>
                </c:pt>
              </c:strCache>
            </c:strRef>
          </c:cat>
          <c:val>
            <c:numRef>
              <c:f>dlx!$X$4:$X$265</c:f>
              <c:numCache>
                <c:formatCode>General</c:formatCode>
                <c:ptCount val="262"/>
                <c:pt idx="0">
                  <c:v>100</c:v>
                </c:pt>
                <c:pt idx="1">
                  <c:v>99.519087894411612</c:v>
                </c:pt>
                <c:pt idx="2">
                  <c:v>100.9500313689603</c:v>
                </c:pt>
                <c:pt idx="3">
                  <c:v>104.07324770157507</c:v>
                </c:pt>
                <c:pt idx="4">
                  <c:v>104.04612416447713</c:v>
                </c:pt>
                <c:pt idx="5">
                  <c:v>105.69146151052158</c:v>
                </c:pt>
                <c:pt idx="6">
                  <c:v>108.33812908916805</c:v>
                </c:pt>
                <c:pt idx="7">
                  <c:v>112.60996825366875</c:v>
                </c:pt>
                <c:pt idx="8">
                  <c:v>114.54175373715169</c:v>
                </c:pt>
                <c:pt idx="9">
                  <c:v>114.65237059714238</c:v>
                </c:pt>
                <c:pt idx="10">
                  <c:v>118.14670767431001</c:v>
                </c:pt>
                <c:pt idx="11">
                  <c:v>119.01053336666779</c:v>
                </c:pt>
                <c:pt idx="12">
                  <c:v>119.47163349733248</c:v>
                </c:pt>
                <c:pt idx="13">
                  <c:v>116.59889713339592</c:v>
                </c:pt>
                <c:pt idx="14">
                  <c:v>112.51739444226934</c:v>
                </c:pt>
                <c:pt idx="15">
                  <c:v>112.62718580330483</c:v>
                </c:pt>
                <c:pt idx="16">
                  <c:v>112.39510266848436</c:v>
                </c:pt>
                <c:pt idx="17">
                  <c:v>112.39510266848436</c:v>
                </c:pt>
                <c:pt idx="18">
                  <c:v>106.86390588368484</c:v>
                </c:pt>
                <c:pt idx="19">
                  <c:v>104.16299123084254</c:v>
                </c:pt>
                <c:pt idx="20">
                  <c:v>101.56833008637078</c:v>
                </c:pt>
                <c:pt idx="21">
                  <c:v>101.10333831777464</c:v>
                </c:pt>
                <c:pt idx="22">
                  <c:v>99.791384621190332</c:v>
                </c:pt>
                <c:pt idx="23">
                  <c:v>101.15345789719474</c:v>
                </c:pt>
                <c:pt idx="24">
                  <c:v>103.19114310378173</c:v>
                </c:pt>
                <c:pt idx="25">
                  <c:v>103.80059718952985</c:v>
                </c:pt>
                <c:pt idx="26">
                  <c:v>106.78371455661271</c:v>
                </c:pt>
                <c:pt idx="27">
                  <c:v>103.89435028515095</c:v>
                </c:pt>
                <c:pt idx="28">
                  <c:v>103.03158594859265</c:v>
                </c:pt>
                <c:pt idx="29">
                  <c:v>99.937380007830455</c:v>
                </c:pt>
                <c:pt idx="30">
                  <c:v>101.84451845108093</c:v>
                </c:pt>
                <c:pt idx="31">
                  <c:v>104.43929752397484</c:v>
                </c:pt>
                <c:pt idx="32">
                  <c:v>106.12461260513319</c:v>
                </c:pt>
                <c:pt idx="33">
                  <c:v>107.80709740415956</c:v>
                </c:pt>
                <c:pt idx="34">
                  <c:v>106.16435448340278</c:v>
                </c:pt>
                <c:pt idx="35">
                  <c:v>103.28513205624716</c:v>
                </c:pt>
                <c:pt idx="36">
                  <c:v>105.64322878585615</c:v>
                </c:pt>
                <c:pt idx="37">
                  <c:v>107.76582245640188</c:v>
                </c:pt>
                <c:pt idx="38">
                  <c:v>105.87035892694571</c:v>
                </c:pt>
                <c:pt idx="39">
                  <c:v>103.81781473916591</c:v>
                </c:pt>
                <c:pt idx="40">
                  <c:v>101.5561834588878</c:v>
                </c:pt>
                <c:pt idx="41">
                  <c:v>103.94529536352617</c:v>
                </c:pt>
                <c:pt idx="42">
                  <c:v>106.05892647398736</c:v>
                </c:pt>
                <c:pt idx="43">
                  <c:v>105.42258470798566</c:v>
                </c:pt>
                <c:pt idx="44">
                  <c:v>105.0748137910214</c:v>
                </c:pt>
                <c:pt idx="45">
                  <c:v>103.43761350610635</c:v>
                </c:pt>
                <c:pt idx="46">
                  <c:v>108.74521800248122</c:v>
                </c:pt>
                <c:pt idx="47">
                  <c:v>110.77606336058268</c:v>
                </c:pt>
                <c:pt idx="48">
                  <c:v>111.8717363309166</c:v>
                </c:pt>
                <c:pt idx="49">
                  <c:v>113.49620034623786</c:v>
                </c:pt>
                <c:pt idx="50">
                  <c:v>117.67298920247369</c:v>
                </c:pt>
                <c:pt idx="51">
                  <c:v>120.96106946927495</c:v>
                </c:pt>
                <c:pt idx="52">
                  <c:v>120.96106946927495</c:v>
                </c:pt>
                <c:pt idx="53">
                  <c:v>125.33397329157094</c:v>
                </c:pt>
                <c:pt idx="54">
                  <c:v>126.78036538942325</c:v>
                </c:pt>
                <c:pt idx="55">
                  <c:v>126.16501488256688</c:v>
                </c:pt>
                <c:pt idx="56">
                  <c:v>130.03967112121629</c:v>
                </c:pt>
                <c:pt idx="57">
                  <c:v>132.7431801993462</c:v>
                </c:pt>
                <c:pt idx="58">
                  <c:v>132.96913105621414</c:v>
                </c:pt>
                <c:pt idx="59">
                  <c:v>134.30526007934225</c:v>
                </c:pt>
                <c:pt idx="60">
                  <c:v>135.57299061761475</c:v>
                </c:pt>
                <c:pt idx="61">
                  <c:v>140.3812861745435</c:v>
                </c:pt>
                <c:pt idx="62">
                  <c:v>145.86719844523168</c:v>
                </c:pt>
                <c:pt idx="63">
                  <c:v>146.41721660620871</c:v>
                </c:pt>
                <c:pt idx="64">
                  <c:v>146.81086167939509</c:v>
                </c:pt>
                <c:pt idx="65">
                  <c:v>146.15777407744596</c:v>
                </c:pt>
                <c:pt idx="66">
                  <c:v>157.33385064601191</c:v>
                </c:pt>
                <c:pt idx="67">
                  <c:v>156.64797894270095</c:v>
                </c:pt>
                <c:pt idx="68">
                  <c:v>162.15559004306749</c:v>
                </c:pt>
                <c:pt idx="69">
                  <c:v>162.56138174373683</c:v>
                </c:pt>
                <c:pt idx="70">
                  <c:v>168.8291594533782</c:v>
                </c:pt>
                <c:pt idx="71">
                  <c:v>176.44922237998426</c:v>
                </c:pt>
                <c:pt idx="72">
                  <c:v>177.99054685767928</c:v>
                </c:pt>
                <c:pt idx="73">
                  <c:v>165.44095795615894</c:v>
                </c:pt>
                <c:pt idx="74">
                  <c:v>154.70322133277986</c:v>
                </c:pt>
                <c:pt idx="75">
                  <c:v>153.90378455892412</c:v>
                </c:pt>
                <c:pt idx="76">
                  <c:v>154.55781558825058</c:v>
                </c:pt>
                <c:pt idx="77">
                  <c:v>155.09238512592398</c:v>
                </c:pt>
                <c:pt idx="78">
                  <c:v>165.89156245725096</c:v>
                </c:pt>
                <c:pt idx="79">
                  <c:v>169.76421391272356</c:v>
                </c:pt>
                <c:pt idx="80">
                  <c:v>172.80216799611307</c:v>
                </c:pt>
                <c:pt idx="81">
                  <c:v>171.84706570499969</c:v>
                </c:pt>
                <c:pt idx="82">
                  <c:v>164.32429372667968</c:v>
                </c:pt>
                <c:pt idx="83">
                  <c:v>164.40354162637445</c:v>
                </c:pt>
                <c:pt idx="84">
                  <c:v>162.36302613765551</c:v>
                </c:pt>
                <c:pt idx="85">
                  <c:v>159.44995825333856</c:v>
                </c:pt>
                <c:pt idx="86">
                  <c:v>158.88661418065689</c:v>
                </c:pt>
                <c:pt idx="87">
                  <c:v>163.99326864566285</c:v>
                </c:pt>
                <c:pt idx="88">
                  <c:v>169.45276494978609</c:v>
                </c:pt>
                <c:pt idx="89">
                  <c:v>171.95626742392437</c:v>
                </c:pt>
                <c:pt idx="90">
                  <c:v>173.6859235918167</c:v>
                </c:pt>
                <c:pt idx="91">
                  <c:v>168.14835867222033</c:v>
                </c:pt>
                <c:pt idx="92">
                  <c:v>166.00831159519421</c:v>
                </c:pt>
                <c:pt idx="93">
                  <c:v>171.1634346417099</c:v>
                </c:pt>
                <c:pt idx="94">
                  <c:v>170.77792662965288</c:v>
                </c:pt>
                <c:pt idx="95">
                  <c:v>169.23648422353571</c:v>
                </c:pt>
                <c:pt idx="96">
                  <c:v>167.68808404051077</c:v>
                </c:pt>
                <c:pt idx="97">
                  <c:v>173.27930639219221</c:v>
                </c:pt>
                <c:pt idx="98">
                  <c:v>179.52066813526864</c:v>
                </c:pt>
                <c:pt idx="99">
                  <c:v>183.90465722924816</c:v>
                </c:pt>
                <c:pt idx="100">
                  <c:v>182.29375498247583</c:v>
                </c:pt>
                <c:pt idx="101">
                  <c:v>182.83976357709926</c:v>
                </c:pt>
                <c:pt idx="102">
                  <c:v>183.37633789794947</c:v>
                </c:pt>
                <c:pt idx="103">
                  <c:v>189.43054723505023</c:v>
                </c:pt>
                <c:pt idx="104">
                  <c:v>189.43054723505023</c:v>
                </c:pt>
                <c:pt idx="105">
                  <c:v>187.82955097573978</c:v>
                </c:pt>
                <c:pt idx="106">
                  <c:v>184.89053883854658</c:v>
                </c:pt>
                <c:pt idx="107">
                  <c:v>184.78452118702035</c:v>
                </c:pt>
                <c:pt idx="108">
                  <c:v>177.57992009170115</c:v>
                </c:pt>
                <c:pt idx="109">
                  <c:v>168.46193034675676</c:v>
                </c:pt>
                <c:pt idx="110">
                  <c:v>172.07572891557743</c:v>
                </c:pt>
                <c:pt idx="111">
                  <c:v>172.92493148358673</c:v>
                </c:pt>
                <c:pt idx="112">
                  <c:v>176.00687286844379</c:v>
                </c:pt>
                <c:pt idx="113">
                  <c:v>176.13824513073547</c:v>
                </c:pt>
                <c:pt idx="114">
                  <c:v>175.28479713952819</c:v>
                </c:pt>
                <c:pt idx="115">
                  <c:v>169.15558532593059</c:v>
                </c:pt>
                <c:pt idx="116">
                  <c:v>171.45507162972365</c:v>
                </c:pt>
                <c:pt idx="117">
                  <c:v>176.18930813753286</c:v>
                </c:pt>
                <c:pt idx="118">
                  <c:v>169.75937884741478</c:v>
                </c:pt>
                <c:pt idx="119">
                  <c:v>168.06793148830388</c:v>
                </c:pt>
                <c:pt idx="120">
                  <c:v>170.48121871948604</c:v>
                </c:pt>
                <c:pt idx="121">
                  <c:v>169.62529423141331</c:v>
                </c:pt>
                <c:pt idx="122">
                  <c:v>166.65963027081085</c:v>
                </c:pt>
                <c:pt idx="123">
                  <c:v>168.34400192459188</c:v>
                </c:pt>
                <c:pt idx="124">
                  <c:v>167.27863655875433</c:v>
                </c:pt>
                <c:pt idx="125">
                  <c:v>172.70405154887192</c:v>
                </c:pt>
                <c:pt idx="126">
                  <c:v>177.35196445165644</c:v>
                </c:pt>
                <c:pt idx="127">
                  <c:v>177.50503554362646</c:v>
                </c:pt>
                <c:pt idx="128">
                  <c:v>178.62771412263615</c:v>
                </c:pt>
                <c:pt idx="129">
                  <c:v>180.23142273565639</c:v>
                </c:pt>
                <c:pt idx="130">
                  <c:v>180.76941219757256</c:v>
                </c:pt>
                <c:pt idx="131">
                  <c:v>180.14038199374508</c:v>
                </c:pt>
                <c:pt idx="132">
                  <c:v>180.80137079997925</c:v>
                </c:pt>
                <c:pt idx="133">
                  <c:v>181.06175675611934</c:v>
                </c:pt>
                <c:pt idx="134">
                  <c:v>183.82116390635542</c:v>
                </c:pt>
                <c:pt idx="135">
                  <c:v>179.16947729406161</c:v>
                </c:pt>
                <c:pt idx="136">
                  <c:v>179.57750963475209</c:v>
                </c:pt>
                <c:pt idx="137">
                  <c:v>182.44057586807114</c:v>
                </c:pt>
                <c:pt idx="138">
                  <c:v>182.9158274093956</c:v>
                </c:pt>
                <c:pt idx="139">
                  <c:v>184.4834499252334</c:v>
                </c:pt>
                <c:pt idx="140">
                  <c:v>186.56406107748842</c:v>
                </c:pt>
                <c:pt idx="141">
                  <c:v>189.24256933011941</c:v>
                </c:pt>
                <c:pt idx="142">
                  <c:v>191.56693853098926</c:v>
                </c:pt>
                <c:pt idx="143">
                  <c:v>188.53700358030693</c:v>
                </c:pt>
                <c:pt idx="144">
                  <c:v>184.08685664149289</c:v>
                </c:pt>
                <c:pt idx="145">
                  <c:v>174.7726340020661</c:v>
                </c:pt>
                <c:pt idx="146">
                  <c:v>178.1707414867472</c:v>
                </c:pt>
                <c:pt idx="147">
                  <c:v>184.78086540593321</c:v>
                </c:pt>
                <c:pt idx="148">
                  <c:v>198.92354936247895</c:v>
                </c:pt>
                <c:pt idx="149">
                  <c:v>202.80221516748199</c:v>
                </c:pt>
                <c:pt idx="150">
                  <c:v>203.4619067610723</c:v>
                </c:pt>
                <c:pt idx="151">
                  <c:v>204.89933629884004</c:v>
                </c:pt>
                <c:pt idx="152">
                  <c:v>209.39700839178653</c:v>
                </c:pt>
                <c:pt idx="153">
                  <c:v>207.06013877816721</c:v>
                </c:pt>
                <c:pt idx="154">
                  <c:v>201.67151745576507</c:v>
                </c:pt>
                <c:pt idx="155">
                  <c:v>209.66812583434361</c:v>
                </c:pt>
                <c:pt idx="156">
                  <c:v>#N/A</c:v>
                </c:pt>
                <c:pt idx="157">
                  <c:v>201.75677970499027</c:v>
                </c:pt>
                <c:pt idx="158">
                  <c:v>200.05530842999536</c:v>
                </c:pt>
                <c:pt idx="159">
                  <c:v>204.02053369686737</c:v>
                </c:pt>
                <c:pt idx="160">
                  <c:v>208.29260871821242</c:v>
                </c:pt>
                <c:pt idx="161">
                  <c:v>206.90718561461941</c:v>
                </c:pt>
                <c:pt idx="162">
                  <c:v>210.08264423825315</c:v>
                </c:pt>
                <c:pt idx="163">
                  <c:v>214.12994768695194</c:v>
                </c:pt>
                <c:pt idx="164">
                  <c:v>219.91138858358534</c:v>
                </c:pt>
                <c:pt idx="165">
                  <c:v>221.86699560834558</c:v>
                </c:pt>
                <c:pt idx="166">
                  <c:v>222.70676390258171</c:v>
                </c:pt>
                <c:pt idx="167">
                  <c:v>229.40450863943624</c:v>
                </c:pt>
                <c:pt idx="168">
                  <c:v>231.07071931620388</c:v>
                </c:pt>
                <c:pt idx="169">
                  <c:v>227.36859235918172</c:v>
                </c:pt>
                <c:pt idx="170">
                  <c:v>232.72867500341997</c:v>
                </c:pt>
                <c:pt idx="171">
                  <c:v>234.02317529352382</c:v>
                </c:pt>
                <c:pt idx="172">
                  <c:v>235.58596274405286</c:v>
                </c:pt>
                <c:pt idx="173">
                  <c:v>233.1855297108867</c:v>
                </c:pt>
                <c:pt idx="174">
                  <c:v>228.02156203270863</c:v>
                </c:pt>
                <c:pt idx="175">
                  <c:v>231.87947243541061</c:v>
                </c:pt>
                <c:pt idx="176">
                  <c:v>237.22599331109987</c:v>
                </c:pt>
                <c:pt idx="177">
                  <c:v>241.60809555032478</c:v>
                </c:pt>
                <c:pt idx="178">
                  <c:v>241.83734840301332</c:v>
                </c:pt>
                <c:pt idx="179">
                  <c:v>239.13501860910503</c:v>
                </c:pt>
                <c:pt idx="180">
                  <c:v>238.28628775478435</c:v>
                </c:pt>
                <c:pt idx="181">
                  <c:v>244.3080667757898</c:v>
                </c:pt>
                <c:pt idx="182">
                  <c:v>239.95438528630663</c:v>
                </c:pt>
                <c:pt idx="183">
                  <c:v>235.53065431405759</c:v>
                </c:pt>
                <c:pt idx="184">
                  <c:v>241.02081200794365</c:v>
                </c:pt>
                <c:pt idx="185">
                  <c:v>243.71123103121329</c:v>
                </c:pt>
                <c:pt idx="186">
                  <c:v>240.78613444783556</c:v>
                </c:pt>
                <c:pt idx="187">
                  <c:v>243.10130523177656</c:v>
                </c:pt>
                <c:pt idx="188">
                  <c:v>243.02028840574926</c:v>
                </c:pt>
                <c:pt idx="189">
                  <c:v>237.90101559957168</c:v>
                </c:pt>
                <c:pt idx="190">
                  <c:v>218.0141561277967</c:v>
                </c:pt>
                <c:pt idx="191">
                  <c:v>214.92714382078657</c:v>
                </c:pt>
                <c:pt idx="192">
                  <c:v>213.73795361167586</c:v>
                </c:pt>
                <c:pt idx="193">
                  <c:v>213.84255612213613</c:v>
                </c:pt>
                <c:pt idx="194">
                  <c:v>209.04192591264805</c:v>
                </c:pt>
                <c:pt idx="195">
                  <c:v>206.16635926657958</c:v>
                </c:pt>
                <c:pt idx="196">
                  <c:v>214.852377201134</c:v>
                </c:pt>
                <c:pt idx="197">
                  <c:v>213.78783733425161</c:v>
                </c:pt>
                <c:pt idx="198">
                  <c:v>217.35116253838572</c:v>
                </c:pt>
                <c:pt idx="199">
                  <c:v>223.22906888435</c:v>
                </c:pt>
                <c:pt idx="200">
                  <c:v>224.04088814253305</c:v>
                </c:pt>
                <c:pt idx="201">
                  <c:v>231.84739590458173</c:v>
                </c:pt>
                <c:pt idx="202">
                  <c:v>232.11403206709656</c:v>
                </c:pt>
                <c:pt idx="203">
                  <c:v>234.68003660498223</c:v>
                </c:pt>
                <c:pt idx="204">
                  <c:v>233.83413603279354</c:v>
                </c:pt>
                <c:pt idx="205">
                  <c:v>228.23595590420442</c:v>
                </c:pt>
                <c:pt idx="206">
                  <c:v>223.68568773497239</c:v>
                </c:pt>
                <c:pt idx="207">
                  <c:v>222.18151071025929</c:v>
                </c:pt>
                <c:pt idx="208">
                  <c:v>223.62884623548891</c:v>
                </c:pt>
                <c:pt idx="209">
                  <c:v>213.40704645908119</c:v>
                </c:pt>
                <c:pt idx="210">
                  <c:v>204.37773888760478</c:v>
                </c:pt>
                <c:pt idx="211">
                  <c:v>196.69493804040701</c:v>
                </c:pt>
                <c:pt idx="212">
                  <c:v>201.76019962923309</c:v>
                </c:pt>
                <c:pt idx="213">
                  <c:v>204.42125447538362</c:v>
                </c:pt>
                <c:pt idx="214">
                  <c:v>187.96540451807374</c:v>
                </c:pt>
                <c:pt idx="215">
                  <c:v>188.86791073290158</c:v>
                </c:pt>
                <c:pt idx="216">
                  <c:v>189.64694588972279</c:v>
                </c:pt>
                <c:pt idx="217">
                  <c:v>195.36906879000725</c:v>
                </c:pt>
                <c:pt idx="218">
                  <c:v>198.42141014090092</c:v>
                </c:pt>
                <c:pt idx="219">
                  <c:v>200.44635907789413</c:v>
                </c:pt>
                <c:pt idx="220">
                  <c:v>200.31498681560245</c:v>
                </c:pt>
                <c:pt idx="221">
                  <c:v>198.21338440420203</c:v>
                </c:pt>
                <c:pt idx="222">
                  <c:v>186.66371059421775</c:v>
                </c:pt>
                <c:pt idx="223">
                  <c:v>192.9785417443029</c:v>
                </c:pt>
                <c:pt idx="224">
                  <c:v>200.46192562961988</c:v>
                </c:pt>
                <c:pt idx="225">
                  <c:v>202.68688117060466</c:v>
                </c:pt>
                <c:pt idx="226">
                  <c:v>190.18375606741733</c:v>
                </c:pt>
                <c:pt idx="227">
                  <c:v>194.39038081446085</c:v>
                </c:pt>
                <c:pt idx="228">
                  <c:v>196.10765449802591</c:v>
                </c:pt>
                <c:pt idx="229">
                  <c:v>196.98291924733365</c:v>
                </c:pt>
                <c:pt idx="230">
                  <c:v>199.21294571047159</c:v>
                </c:pt>
                <c:pt idx="231">
                  <c:v>196.60118494478593</c:v>
                </c:pt>
                <c:pt idx="232">
                  <c:v>185.92960616624134</c:v>
                </c:pt>
                <c:pt idx="233">
                  <c:v>187.24792799762258</c:v>
                </c:pt>
                <c:pt idx="234">
                  <c:v>182.68905105357254</c:v>
                </c:pt>
                <c:pt idx="235">
                  <c:v>182.0988193006373</c:v>
                </c:pt>
                <c:pt idx="236">
                  <c:v>190.8545329326912</c:v>
                </c:pt>
                <c:pt idx="237">
                  <c:v>197.06629464180421</c:v>
                </c:pt>
                <c:pt idx="238">
                  <c:v>195.08721986103313</c:v>
                </c:pt>
                <c:pt idx="239">
                  <c:v>192.50553084299955</c:v>
                </c:pt>
                <c:pt idx="240">
                  <c:v>197.73825079129975</c:v>
                </c:pt>
                <c:pt idx="241">
                  <c:v>196.33561013807059</c:v>
                </c:pt>
                <c:pt idx="242">
                  <c:v>194.84015981659775</c:v>
                </c:pt>
                <c:pt idx="243">
                  <c:v>198.59794898888171</c:v>
                </c:pt>
                <c:pt idx="244">
                  <c:v>200.61181265419143</c:v>
                </c:pt>
                <c:pt idx="245">
                  <c:v>195.62084597132926</c:v>
                </c:pt>
                <c:pt idx="246">
                  <c:v>196.75885524522036</c:v>
                </c:pt>
                <c:pt idx="247">
                  <c:v>195.37779549324745</c:v>
                </c:pt>
                <c:pt idx="248">
                  <c:v>197.91396414032539</c:v>
                </c:pt>
                <c:pt idx="249">
                  <c:v>198.99053270626862</c:v>
                </c:pt>
                <c:pt idx="250">
                  <c:v>201.14520290764318</c:v>
                </c:pt>
                <c:pt idx="251">
                  <c:v>204.66324359766594</c:v>
                </c:pt>
                <c:pt idx="252">
                  <c:v>203.15375979395546</c:v>
                </c:pt>
                <c:pt idx="253">
                  <c:v>201.2315265126679</c:v>
                </c:pt>
                <c:pt idx="254">
                  <c:v>209.99042421212022</c:v>
                </c:pt>
                <c:pt idx="255">
                  <c:v>215.17101979782356</c:v>
                </c:pt>
                <c:pt idx="256">
                  <c:v>216.77979933299687</c:v>
                </c:pt>
                <c:pt idx="257">
                  <c:v>219.09697490011465</c:v>
                </c:pt>
                <c:pt idx="258">
                  <c:v>227.21056827348076</c:v>
                </c:pt>
                <c:pt idx="259">
                  <c:v>229.24778176637909</c:v>
                </c:pt>
                <c:pt idx="260">
                  <c:v>227.50975268051303</c:v>
                </c:pt>
                <c:pt idx="261">
                  <c:v>230.2323661630337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70-4ED8-A9D4-99F4CB3A17C1}"/>
            </c:ext>
          </c:extLst>
        </c:ser>
        <c:ser>
          <c:idx val="2"/>
          <c:order val="1"/>
          <c:tx>
            <c:strRef>
              <c:f>dlx!$W$1</c:f>
              <c:strCache>
                <c:ptCount val="1"/>
                <c:pt idx="0">
                  <c:v>Domestic-oriented(left axis)</c:v>
                </c:pt>
              </c:strCache>
            </c:strRef>
          </c:tx>
          <c:spPr>
            <a:ln w="38100">
              <a:solidFill>
                <a:srgbClr val="FF0000"/>
              </a:solidFill>
              <a:prstDash val="sysDash"/>
            </a:ln>
          </c:spPr>
          <c:marker>
            <c:symbol val="none"/>
          </c:marker>
          <c:cat>
            <c:strRef>
              <c:f>dlx!$G$4:$G$265</c:f>
              <c:strCache>
                <c:ptCount val="262"/>
                <c:pt idx="0">
                  <c:v>06/Jan/2012</c:v>
                </c:pt>
                <c:pt idx="1">
                  <c:v>13/Jan/2012</c:v>
                </c:pt>
                <c:pt idx="2">
                  <c:v>20/Jan/2012</c:v>
                </c:pt>
                <c:pt idx="3">
                  <c:v>27/Jan/2012</c:v>
                </c:pt>
                <c:pt idx="4">
                  <c:v>03/Feb/2012</c:v>
                </c:pt>
                <c:pt idx="5">
                  <c:v>10/Feb/2012</c:v>
                </c:pt>
                <c:pt idx="6">
                  <c:v>17/Feb/2012</c:v>
                </c:pt>
                <c:pt idx="7">
                  <c:v>24/Feb/2012</c:v>
                </c:pt>
                <c:pt idx="8">
                  <c:v>02/Mar/2012</c:v>
                </c:pt>
                <c:pt idx="9">
                  <c:v>09/Mar/2012</c:v>
                </c:pt>
                <c:pt idx="10">
                  <c:v>16/Mar/2012</c:v>
                </c:pt>
                <c:pt idx="11">
                  <c:v>23/Mar/2012</c:v>
                </c:pt>
                <c:pt idx="12">
                  <c:v>30/Mar/2012</c:v>
                </c:pt>
                <c:pt idx="13">
                  <c:v>06/Apr/2012</c:v>
                </c:pt>
                <c:pt idx="14">
                  <c:v>13/Apr/2012</c:v>
                </c:pt>
                <c:pt idx="15">
                  <c:v>20/Apr/2012</c:v>
                </c:pt>
                <c:pt idx="16">
                  <c:v>27/Apr/2012</c:v>
                </c:pt>
                <c:pt idx="17">
                  <c:v>04/May/2012</c:v>
                </c:pt>
                <c:pt idx="18">
                  <c:v>11/May/2012</c:v>
                </c:pt>
                <c:pt idx="19">
                  <c:v>18/May/2012</c:v>
                </c:pt>
                <c:pt idx="20">
                  <c:v>25/May/2012</c:v>
                </c:pt>
                <c:pt idx="21">
                  <c:v>01/Jun/2012</c:v>
                </c:pt>
                <c:pt idx="22">
                  <c:v>08/Jun/2012</c:v>
                </c:pt>
                <c:pt idx="23">
                  <c:v>15/Jun/2012</c:v>
                </c:pt>
                <c:pt idx="24">
                  <c:v>22/Jun/2012</c:v>
                </c:pt>
                <c:pt idx="25">
                  <c:v>29/Jun/2012</c:v>
                </c:pt>
                <c:pt idx="26">
                  <c:v>06/Jul/2012</c:v>
                </c:pt>
                <c:pt idx="27">
                  <c:v>13/Jul/2012</c:v>
                </c:pt>
                <c:pt idx="28">
                  <c:v>20/Jul/2012</c:v>
                </c:pt>
                <c:pt idx="29">
                  <c:v>27/Jul/2012</c:v>
                </c:pt>
                <c:pt idx="30">
                  <c:v>03/Aug/2012</c:v>
                </c:pt>
                <c:pt idx="31">
                  <c:v>10/Aug/2012</c:v>
                </c:pt>
                <c:pt idx="32">
                  <c:v>17/Aug/2012</c:v>
                </c:pt>
                <c:pt idx="33">
                  <c:v>24/Aug/2012</c:v>
                </c:pt>
                <c:pt idx="34">
                  <c:v>31/Aug/2012</c:v>
                </c:pt>
                <c:pt idx="35">
                  <c:v>07/Sep/2012</c:v>
                </c:pt>
                <c:pt idx="36">
                  <c:v>14/Sep/2012</c:v>
                </c:pt>
                <c:pt idx="37">
                  <c:v>21/Sep/2012</c:v>
                </c:pt>
                <c:pt idx="38">
                  <c:v>28/Sep/2012</c:v>
                </c:pt>
                <c:pt idx="39">
                  <c:v>05/Oct/2012</c:v>
                </c:pt>
                <c:pt idx="40">
                  <c:v>12/Oct/2012</c:v>
                </c:pt>
                <c:pt idx="41">
                  <c:v>19/Oct/2012</c:v>
                </c:pt>
                <c:pt idx="42">
                  <c:v>26/Oct/2012</c:v>
                </c:pt>
                <c:pt idx="43">
                  <c:v>02/Nov/2012</c:v>
                </c:pt>
                <c:pt idx="44">
                  <c:v>09/Nov/2012</c:v>
                </c:pt>
                <c:pt idx="45">
                  <c:v>16/Nov/2012</c:v>
                </c:pt>
                <c:pt idx="46">
                  <c:v>23/Nov/2012</c:v>
                </c:pt>
                <c:pt idx="47">
                  <c:v>30/Nov/2012</c:v>
                </c:pt>
                <c:pt idx="48">
                  <c:v>07/Dec/2012</c:v>
                </c:pt>
                <c:pt idx="49">
                  <c:v>14/Dec/2012</c:v>
                </c:pt>
                <c:pt idx="50">
                  <c:v>21/Dec/2012</c:v>
                </c:pt>
                <c:pt idx="51">
                  <c:v>28/Dec/2012</c:v>
                </c:pt>
                <c:pt idx="52">
                  <c:v>04/Jan/2013</c:v>
                </c:pt>
                <c:pt idx="53">
                  <c:v>11/Jan/2013</c:v>
                </c:pt>
                <c:pt idx="54">
                  <c:v>18/Jan/2013</c:v>
                </c:pt>
                <c:pt idx="55">
                  <c:v>25/Jan/2013</c:v>
                </c:pt>
                <c:pt idx="56">
                  <c:v>01/Feb/2013</c:v>
                </c:pt>
                <c:pt idx="57">
                  <c:v>08/Feb/2013</c:v>
                </c:pt>
                <c:pt idx="58">
                  <c:v>15/Feb/2013</c:v>
                </c:pt>
                <c:pt idx="59">
                  <c:v>22/Feb/2013</c:v>
                </c:pt>
                <c:pt idx="60">
                  <c:v>01/Mar/2013</c:v>
                </c:pt>
                <c:pt idx="61">
                  <c:v>08/Mar/2013</c:v>
                </c:pt>
                <c:pt idx="62">
                  <c:v>15/Mar/2013</c:v>
                </c:pt>
                <c:pt idx="63">
                  <c:v>22/Mar/2013</c:v>
                </c:pt>
                <c:pt idx="64">
                  <c:v>29/Mar/2013</c:v>
                </c:pt>
                <c:pt idx="65">
                  <c:v>05/Apr/2013</c:v>
                </c:pt>
                <c:pt idx="66">
                  <c:v>12/Apr/2013</c:v>
                </c:pt>
                <c:pt idx="67">
                  <c:v>19/Apr/2013</c:v>
                </c:pt>
                <c:pt idx="68">
                  <c:v>26/Apr/2013</c:v>
                </c:pt>
                <c:pt idx="69">
                  <c:v>03/May/2013</c:v>
                </c:pt>
                <c:pt idx="70">
                  <c:v>10/May/2013</c:v>
                </c:pt>
                <c:pt idx="71">
                  <c:v>17/May/2013</c:v>
                </c:pt>
                <c:pt idx="72">
                  <c:v>24/May/2013</c:v>
                </c:pt>
                <c:pt idx="73">
                  <c:v>31/May/2013</c:v>
                </c:pt>
                <c:pt idx="74">
                  <c:v>07/Jun/2013</c:v>
                </c:pt>
                <c:pt idx="75">
                  <c:v>14/Jun/2013</c:v>
                </c:pt>
                <c:pt idx="76">
                  <c:v>21/Jun/2013</c:v>
                </c:pt>
                <c:pt idx="77">
                  <c:v>28/Jun/2013</c:v>
                </c:pt>
                <c:pt idx="78">
                  <c:v>05/Jul/2013</c:v>
                </c:pt>
                <c:pt idx="79">
                  <c:v>12/Jul/2013</c:v>
                </c:pt>
                <c:pt idx="80">
                  <c:v>19/Jul/2013</c:v>
                </c:pt>
                <c:pt idx="81">
                  <c:v>26/Jul/2013</c:v>
                </c:pt>
                <c:pt idx="82">
                  <c:v>02/Aug/2013</c:v>
                </c:pt>
                <c:pt idx="83">
                  <c:v>09/Aug/2013</c:v>
                </c:pt>
                <c:pt idx="84">
                  <c:v>16/Aug/2013</c:v>
                </c:pt>
                <c:pt idx="85">
                  <c:v>23/Aug/2013</c:v>
                </c:pt>
                <c:pt idx="86">
                  <c:v>30/Aug/2013</c:v>
                </c:pt>
                <c:pt idx="87">
                  <c:v>06/Sep/2013</c:v>
                </c:pt>
                <c:pt idx="88">
                  <c:v>13/Sep/2013</c:v>
                </c:pt>
                <c:pt idx="89">
                  <c:v>20/Sep/2013</c:v>
                </c:pt>
                <c:pt idx="90">
                  <c:v>27/Sep/2013</c:v>
                </c:pt>
                <c:pt idx="91">
                  <c:v>04/Oct/2013</c:v>
                </c:pt>
                <c:pt idx="92">
                  <c:v>11/Oct/2013</c:v>
                </c:pt>
                <c:pt idx="93">
                  <c:v>18/Oct/2013</c:v>
                </c:pt>
                <c:pt idx="94">
                  <c:v>25/Oct/2013</c:v>
                </c:pt>
                <c:pt idx="95">
                  <c:v>01/Nov/2013</c:v>
                </c:pt>
                <c:pt idx="96">
                  <c:v>08/Nov/2013</c:v>
                </c:pt>
                <c:pt idx="97">
                  <c:v>15/Nov/2013</c:v>
                </c:pt>
                <c:pt idx="98">
                  <c:v>22/Nov/2013</c:v>
                </c:pt>
                <c:pt idx="99">
                  <c:v>29/Nov/2013</c:v>
                </c:pt>
                <c:pt idx="100">
                  <c:v>06/Dec/2013</c:v>
                </c:pt>
                <c:pt idx="101">
                  <c:v>13/Dec/2013</c:v>
                </c:pt>
                <c:pt idx="102">
                  <c:v>20/Dec/2013</c:v>
                </c:pt>
                <c:pt idx="103">
                  <c:v>27/Dec/2013</c:v>
                </c:pt>
                <c:pt idx="104">
                  <c:v>03/Jan/2014</c:v>
                </c:pt>
                <c:pt idx="105">
                  <c:v>10/Jan/2014</c:v>
                </c:pt>
                <c:pt idx="106">
                  <c:v>17/Jan/2014</c:v>
                </c:pt>
                <c:pt idx="107">
                  <c:v>24/Jan/2014</c:v>
                </c:pt>
                <c:pt idx="108">
                  <c:v>31/Jan/2014</c:v>
                </c:pt>
                <c:pt idx="109">
                  <c:v>07/Feb/2014</c:v>
                </c:pt>
                <c:pt idx="110">
                  <c:v>14/Feb/2014</c:v>
                </c:pt>
                <c:pt idx="111">
                  <c:v>21/Feb/2014</c:v>
                </c:pt>
                <c:pt idx="112">
                  <c:v>28/Feb/2014</c:v>
                </c:pt>
                <c:pt idx="113">
                  <c:v>07/Mar/2014</c:v>
                </c:pt>
                <c:pt idx="114">
                  <c:v>14/Mar/2014</c:v>
                </c:pt>
                <c:pt idx="115">
                  <c:v>21/Mar/2014</c:v>
                </c:pt>
                <c:pt idx="116">
                  <c:v>28/Mar/2014</c:v>
                </c:pt>
                <c:pt idx="117">
                  <c:v>04/Apr/2014</c:v>
                </c:pt>
                <c:pt idx="118">
                  <c:v>11/Apr/2014</c:v>
                </c:pt>
                <c:pt idx="119">
                  <c:v>18/Apr/2014</c:v>
                </c:pt>
                <c:pt idx="120">
                  <c:v>25/Apr/2014</c:v>
                </c:pt>
                <c:pt idx="121">
                  <c:v>02/May/2014</c:v>
                </c:pt>
                <c:pt idx="122">
                  <c:v>09/May/2014</c:v>
                </c:pt>
                <c:pt idx="123">
                  <c:v>16/May/2014</c:v>
                </c:pt>
                <c:pt idx="124">
                  <c:v>23/May/2014</c:v>
                </c:pt>
                <c:pt idx="125">
                  <c:v>30/May/2014</c:v>
                </c:pt>
                <c:pt idx="126">
                  <c:v>06/Jun/2014</c:v>
                </c:pt>
                <c:pt idx="127">
                  <c:v>13/Jun/2014</c:v>
                </c:pt>
                <c:pt idx="128">
                  <c:v>20/Jun/2014</c:v>
                </c:pt>
                <c:pt idx="129">
                  <c:v>27/Jun/2014</c:v>
                </c:pt>
                <c:pt idx="130">
                  <c:v>04/Jul/2014</c:v>
                </c:pt>
                <c:pt idx="131">
                  <c:v>11/Jul/2014</c:v>
                </c:pt>
                <c:pt idx="132">
                  <c:v>18/Jul/2014</c:v>
                </c:pt>
                <c:pt idx="133">
                  <c:v>25/Jul/2014</c:v>
                </c:pt>
                <c:pt idx="134">
                  <c:v>01/Aug/2014</c:v>
                </c:pt>
                <c:pt idx="135">
                  <c:v>08/Aug/2014</c:v>
                </c:pt>
                <c:pt idx="136">
                  <c:v>15/Aug/2014</c:v>
                </c:pt>
                <c:pt idx="137">
                  <c:v>22/Aug/2014</c:v>
                </c:pt>
                <c:pt idx="138">
                  <c:v>29/Aug/2014</c:v>
                </c:pt>
                <c:pt idx="139">
                  <c:v>05/Sep/2014</c:v>
                </c:pt>
                <c:pt idx="140">
                  <c:v>12/Sep/2014</c:v>
                </c:pt>
                <c:pt idx="141">
                  <c:v>19/Sep/2014</c:v>
                </c:pt>
                <c:pt idx="142">
                  <c:v>26/Sep/2014</c:v>
                </c:pt>
                <c:pt idx="143">
                  <c:v>03/Oct/2014</c:v>
                </c:pt>
                <c:pt idx="144">
                  <c:v>10/Oct/2014</c:v>
                </c:pt>
                <c:pt idx="145">
                  <c:v>17/Oct/2014</c:v>
                </c:pt>
                <c:pt idx="146">
                  <c:v>24/Oct/2014</c:v>
                </c:pt>
                <c:pt idx="147">
                  <c:v>31/Oct/2014</c:v>
                </c:pt>
                <c:pt idx="148">
                  <c:v>07/Nov/2014</c:v>
                </c:pt>
                <c:pt idx="149">
                  <c:v>14/Nov/2014</c:v>
                </c:pt>
                <c:pt idx="150">
                  <c:v>21/Nov/2014</c:v>
                </c:pt>
                <c:pt idx="151">
                  <c:v>28/Nov/2014</c:v>
                </c:pt>
                <c:pt idx="152">
                  <c:v>05/Dec/2014</c:v>
                </c:pt>
                <c:pt idx="153">
                  <c:v>12/Dec/2014</c:v>
                </c:pt>
                <c:pt idx="154">
                  <c:v>19/Dec/2014</c:v>
                </c:pt>
                <c:pt idx="155">
                  <c:v>26/Dec/2014</c:v>
                </c:pt>
                <c:pt idx="156">
                  <c:v>02/Jan/2015</c:v>
                </c:pt>
                <c:pt idx="157">
                  <c:v>09/Jan/2015</c:v>
                </c:pt>
                <c:pt idx="158">
                  <c:v>16/Jan/2015</c:v>
                </c:pt>
                <c:pt idx="159">
                  <c:v>23/Jan/2015</c:v>
                </c:pt>
                <c:pt idx="160">
                  <c:v>30/Jan/2015</c:v>
                </c:pt>
                <c:pt idx="161">
                  <c:v>06/Feb/2015</c:v>
                </c:pt>
                <c:pt idx="162">
                  <c:v>13/Feb/2015</c:v>
                </c:pt>
                <c:pt idx="163">
                  <c:v>20/Feb/2015</c:v>
                </c:pt>
                <c:pt idx="164">
                  <c:v>27/Feb/2015</c:v>
                </c:pt>
                <c:pt idx="165">
                  <c:v>06/Mar/2015</c:v>
                </c:pt>
                <c:pt idx="166">
                  <c:v>13/Mar/2015</c:v>
                </c:pt>
                <c:pt idx="167">
                  <c:v>20/Mar/2015</c:v>
                </c:pt>
                <c:pt idx="168">
                  <c:v>27/Mar/2015</c:v>
                </c:pt>
                <c:pt idx="169">
                  <c:v>03/Apr/2015</c:v>
                </c:pt>
                <c:pt idx="170">
                  <c:v>10/Apr/2015</c:v>
                </c:pt>
                <c:pt idx="171">
                  <c:v>17/Apr/2015</c:v>
                </c:pt>
                <c:pt idx="172">
                  <c:v>24/Apr/2015</c:v>
                </c:pt>
                <c:pt idx="173">
                  <c:v>01/May/2015</c:v>
                </c:pt>
                <c:pt idx="174">
                  <c:v>08/May/2015</c:v>
                </c:pt>
                <c:pt idx="175">
                  <c:v>15/May/2015</c:v>
                </c:pt>
                <c:pt idx="176">
                  <c:v>22/May/2015</c:v>
                </c:pt>
                <c:pt idx="177">
                  <c:v>29/May/2015</c:v>
                </c:pt>
                <c:pt idx="178">
                  <c:v>05/Jun/2015</c:v>
                </c:pt>
                <c:pt idx="179">
                  <c:v>12/Jun/2015</c:v>
                </c:pt>
                <c:pt idx="180">
                  <c:v>19/Jun/2015</c:v>
                </c:pt>
                <c:pt idx="181">
                  <c:v>26/Jun/2015</c:v>
                </c:pt>
                <c:pt idx="182">
                  <c:v>03/Jul/2015</c:v>
                </c:pt>
                <c:pt idx="183">
                  <c:v>10/Jul/2015</c:v>
                </c:pt>
                <c:pt idx="184">
                  <c:v>17/Jul/2015</c:v>
                </c:pt>
                <c:pt idx="185">
                  <c:v>24/Jul/2015</c:v>
                </c:pt>
                <c:pt idx="186">
                  <c:v>31/Jul/2015</c:v>
                </c:pt>
                <c:pt idx="187">
                  <c:v>07/Aug/2015</c:v>
                </c:pt>
                <c:pt idx="188">
                  <c:v>14/Aug/2015</c:v>
                </c:pt>
                <c:pt idx="189">
                  <c:v>21/Aug/2015</c:v>
                </c:pt>
                <c:pt idx="190">
                  <c:v>28/Aug/2015</c:v>
                </c:pt>
                <c:pt idx="191">
                  <c:v>04/Sep/2015</c:v>
                </c:pt>
                <c:pt idx="192">
                  <c:v>11/Sep/2015</c:v>
                </c:pt>
                <c:pt idx="193">
                  <c:v>18/Sep/2015</c:v>
                </c:pt>
                <c:pt idx="194">
                  <c:v>25/Sep/2015</c:v>
                </c:pt>
                <c:pt idx="195">
                  <c:v>02/Oct/2015</c:v>
                </c:pt>
                <c:pt idx="196">
                  <c:v>09/Oct/2015</c:v>
                </c:pt>
                <c:pt idx="197">
                  <c:v>16/Oct/2015</c:v>
                </c:pt>
                <c:pt idx="198">
                  <c:v>23/Oct/2015</c:v>
                </c:pt>
                <c:pt idx="199">
                  <c:v>30/Oct/2015</c:v>
                </c:pt>
                <c:pt idx="200">
                  <c:v>06/Nov/2015</c:v>
                </c:pt>
                <c:pt idx="201">
                  <c:v>13/Nov/2015</c:v>
                </c:pt>
                <c:pt idx="202">
                  <c:v>20/Nov/2015</c:v>
                </c:pt>
                <c:pt idx="203">
                  <c:v>27/Nov/2015</c:v>
                </c:pt>
                <c:pt idx="204">
                  <c:v>04/Dec/2015</c:v>
                </c:pt>
                <c:pt idx="205">
                  <c:v>11/Dec/2015</c:v>
                </c:pt>
                <c:pt idx="206">
                  <c:v>18/Dec/2015</c:v>
                </c:pt>
                <c:pt idx="207">
                  <c:v>25/Dec/2015</c:v>
                </c:pt>
                <c:pt idx="208">
                  <c:v>01/Jan/2016</c:v>
                </c:pt>
                <c:pt idx="209">
                  <c:v>08/Jan/2016</c:v>
                </c:pt>
                <c:pt idx="210">
                  <c:v>15/Jan/2016</c:v>
                </c:pt>
                <c:pt idx="211">
                  <c:v>22/Jan/2016</c:v>
                </c:pt>
                <c:pt idx="212">
                  <c:v>29/Jan/2016</c:v>
                </c:pt>
                <c:pt idx="213">
                  <c:v>05/Feb/2016</c:v>
                </c:pt>
                <c:pt idx="214">
                  <c:v>12/Feb/2016</c:v>
                </c:pt>
                <c:pt idx="215">
                  <c:v>19/Feb/2016</c:v>
                </c:pt>
                <c:pt idx="216">
                  <c:v>26/Feb/2016</c:v>
                </c:pt>
                <c:pt idx="217">
                  <c:v>04/Mar/2016</c:v>
                </c:pt>
                <c:pt idx="218">
                  <c:v>11/Mar/2016</c:v>
                </c:pt>
                <c:pt idx="219">
                  <c:v>18/Mar/2016</c:v>
                </c:pt>
                <c:pt idx="220">
                  <c:v>25/Mar/2016</c:v>
                </c:pt>
                <c:pt idx="221">
                  <c:v>01/Apr/2016</c:v>
                </c:pt>
                <c:pt idx="222">
                  <c:v>08/Apr/2016</c:v>
                </c:pt>
                <c:pt idx="223">
                  <c:v>15/Apr/2016</c:v>
                </c:pt>
                <c:pt idx="224">
                  <c:v>22/Apr/2016</c:v>
                </c:pt>
                <c:pt idx="225">
                  <c:v>29/Apr/2016</c:v>
                </c:pt>
                <c:pt idx="226">
                  <c:v>06/May/2016</c:v>
                </c:pt>
                <c:pt idx="227">
                  <c:v>13/May/2016</c:v>
                </c:pt>
                <c:pt idx="228">
                  <c:v>20/May/2016</c:v>
                </c:pt>
                <c:pt idx="229">
                  <c:v>27/May/2016</c:v>
                </c:pt>
                <c:pt idx="230">
                  <c:v>03/Jun/2016</c:v>
                </c:pt>
                <c:pt idx="231">
                  <c:v>10/Jun/2016</c:v>
                </c:pt>
                <c:pt idx="232">
                  <c:v>17/Jun/2016</c:v>
                </c:pt>
                <c:pt idx="233">
                  <c:v>24/Jun/2016</c:v>
                </c:pt>
                <c:pt idx="234">
                  <c:v>01/Jul/2016</c:v>
                </c:pt>
                <c:pt idx="235">
                  <c:v>08/Jul/2016</c:v>
                </c:pt>
                <c:pt idx="236">
                  <c:v>15/Jul/2016</c:v>
                </c:pt>
                <c:pt idx="237">
                  <c:v>22/Jul/2016</c:v>
                </c:pt>
                <c:pt idx="238">
                  <c:v>29/Jul/2016</c:v>
                </c:pt>
                <c:pt idx="239">
                  <c:v>05/Aug/2016</c:v>
                </c:pt>
                <c:pt idx="240">
                  <c:v>12/Aug/2016</c:v>
                </c:pt>
                <c:pt idx="241">
                  <c:v>19/Aug/2016</c:v>
                </c:pt>
                <c:pt idx="242">
                  <c:v>26/Aug/2016</c:v>
                </c:pt>
                <c:pt idx="243">
                  <c:v>02/Sep/2016</c:v>
                </c:pt>
                <c:pt idx="244">
                  <c:v>09/Sep/2016</c:v>
                </c:pt>
                <c:pt idx="245">
                  <c:v>16/Sep/2016</c:v>
                </c:pt>
                <c:pt idx="246">
                  <c:v>23/Sep/2016</c:v>
                </c:pt>
                <c:pt idx="247">
                  <c:v>30/Sep/2016</c:v>
                </c:pt>
                <c:pt idx="248">
                  <c:v>07/Oct/2016</c:v>
                </c:pt>
                <c:pt idx="249">
                  <c:v>14/Oct/2016</c:v>
                </c:pt>
                <c:pt idx="250">
                  <c:v>21/Oct/2016</c:v>
                </c:pt>
                <c:pt idx="251">
                  <c:v>28/Oct/2016</c:v>
                </c:pt>
                <c:pt idx="252">
                  <c:v>04/Nov/2016</c:v>
                </c:pt>
                <c:pt idx="253">
                  <c:v>11/Nov/2016</c:v>
                </c:pt>
                <c:pt idx="254">
                  <c:v>18/Nov/2016</c:v>
                </c:pt>
                <c:pt idx="255">
                  <c:v>25/Nov/2016</c:v>
                </c:pt>
                <c:pt idx="256">
                  <c:v>02/Dec/2016</c:v>
                </c:pt>
                <c:pt idx="257">
                  <c:v>09/Dec/2016</c:v>
                </c:pt>
                <c:pt idx="258">
                  <c:v>16/Dec/2016</c:v>
                </c:pt>
                <c:pt idx="259">
                  <c:v>23/Dec/2016</c:v>
                </c:pt>
                <c:pt idx="260">
                  <c:v>30/Dec/2016</c:v>
                </c:pt>
                <c:pt idx="261">
                  <c:v>06/Jan/2017</c:v>
                </c:pt>
              </c:strCache>
            </c:strRef>
          </c:cat>
          <c:val>
            <c:numRef>
              <c:f>dlx!$W$4:$W$265</c:f>
              <c:numCache>
                <c:formatCode>General</c:formatCode>
                <c:ptCount val="262"/>
                <c:pt idx="0">
                  <c:v>100</c:v>
                </c:pt>
                <c:pt idx="1">
                  <c:v>100.50579780518818</c:v>
                </c:pt>
                <c:pt idx="2">
                  <c:v>103.90052417003791</c:v>
                </c:pt>
                <c:pt idx="3">
                  <c:v>105.23523651573747</c:v>
                </c:pt>
                <c:pt idx="4">
                  <c:v>106.92823710321647</c:v>
                </c:pt>
                <c:pt idx="5">
                  <c:v>109.54017763100272</c:v>
                </c:pt>
                <c:pt idx="6">
                  <c:v>114.85596140891664</c:v>
                </c:pt>
                <c:pt idx="7">
                  <c:v>118.48954089823258</c:v>
                </c:pt>
                <c:pt idx="8">
                  <c:v>119.23994837183271</c:v>
                </c:pt>
                <c:pt idx="9">
                  <c:v>121.3243729244801</c:v>
                </c:pt>
                <c:pt idx="10">
                  <c:v>124.52959596579734</c:v>
                </c:pt>
                <c:pt idx="11">
                  <c:v>121.97884740010984</c:v>
                </c:pt>
                <c:pt idx="12">
                  <c:v>122.15977215098923</c:v>
                </c:pt>
                <c:pt idx="13">
                  <c:v>117.55460184974949</c:v>
                </c:pt>
                <c:pt idx="14">
                  <c:v>116.36275584601431</c:v>
                </c:pt>
                <c:pt idx="15">
                  <c:v>115.92038435035424</c:v>
                </c:pt>
                <c:pt idx="16">
                  <c:v>114.68790328818689</c:v>
                </c:pt>
                <c:pt idx="17">
                  <c:v>114.68790328818689</c:v>
                </c:pt>
                <c:pt idx="18">
                  <c:v>106.21793538388732</c:v>
                </c:pt>
                <c:pt idx="19">
                  <c:v>102.24245244456205</c:v>
                </c:pt>
                <c:pt idx="20">
                  <c:v>102.38262230595156</c:v>
                </c:pt>
                <c:pt idx="21">
                  <c:v>101.23490000952877</c:v>
                </c:pt>
                <c:pt idx="22">
                  <c:v>102.10595276515478</c:v>
                </c:pt>
                <c:pt idx="23">
                  <c:v>103.55030708443678</c:v>
                </c:pt>
                <c:pt idx="24">
                  <c:v>107.64314451854581</c:v>
                </c:pt>
                <c:pt idx="25">
                  <c:v>110.88701652875835</c:v>
                </c:pt>
                <c:pt idx="26">
                  <c:v>112.00445757901782</c:v>
                </c:pt>
                <c:pt idx="27">
                  <c:v>108.19577075410763</c:v>
                </c:pt>
                <c:pt idx="28">
                  <c:v>107.45714385837097</c:v>
                </c:pt>
                <c:pt idx="29">
                  <c:v>106.66914870388725</c:v>
                </c:pt>
                <c:pt idx="30">
                  <c:v>106.49529511509674</c:v>
                </c:pt>
                <c:pt idx="31">
                  <c:v>109.17321549443169</c:v>
                </c:pt>
                <c:pt idx="32">
                  <c:v>112.13923026087842</c:v>
                </c:pt>
                <c:pt idx="33">
                  <c:v>110.75678923557604</c:v>
                </c:pt>
                <c:pt idx="34">
                  <c:v>106.89439859827853</c:v>
                </c:pt>
                <c:pt idx="35">
                  <c:v>107.90832667047505</c:v>
                </c:pt>
                <c:pt idx="36">
                  <c:v>112.57456134496874</c:v>
                </c:pt>
                <c:pt idx="37">
                  <c:v>112.20743078994151</c:v>
                </c:pt>
                <c:pt idx="38">
                  <c:v>110.21261943291152</c:v>
                </c:pt>
                <c:pt idx="39">
                  <c:v>110.02427150852664</c:v>
                </c:pt>
                <c:pt idx="40">
                  <c:v>108.19479294942175</c:v>
                </c:pt>
                <c:pt idx="41">
                  <c:v>112.93036460052112</c:v>
                </c:pt>
                <c:pt idx="42">
                  <c:v>111.81435761810592</c:v>
                </c:pt>
                <c:pt idx="43">
                  <c:v>113.67835730010434</c:v>
                </c:pt>
                <c:pt idx="44">
                  <c:v>110.07074629935732</c:v>
                </c:pt>
                <c:pt idx="45">
                  <c:v>112.56696281523904</c:v>
                </c:pt>
                <c:pt idx="46">
                  <c:v>115.09882451517342</c:v>
                </c:pt>
                <c:pt idx="47">
                  <c:v>115.09366248009712</c:v>
                </c:pt>
                <c:pt idx="48">
                  <c:v>116.62710453648593</c:v>
                </c:pt>
                <c:pt idx="49">
                  <c:v>118.58794873416628</c:v>
                </c:pt>
                <c:pt idx="50">
                  <c:v>126.54001817831845</c:v>
                </c:pt>
                <c:pt idx="51">
                  <c:v>131.07844010451643</c:v>
                </c:pt>
                <c:pt idx="52">
                  <c:v>131.07844010451643</c:v>
                </c:pt>
                <c:pt idx="53">
                  <c:v>137.25360963654632</c:v>
                </c:pt>
                <c:pt idx="54">
                  <c:v>138.271852237888</c:v>
                </c:pt>
                <c:pt idx="55">
                  <c:v>138.34192801611334</c:v>
                </c:pt>
                <c:pt idx="56">
                  <c:v>142.3324430987594</c:v>
                </c:pt>
                <c:pt idx="57">
                  <c:v>143.2135606784924</c:v>
                </c:pt>
                <c:pt idx="58">
                  <c:v>141.24544758778183</c:v>
                </c:pt>
                <c:pt idx="59">
                  <c:v>144.34549446332488</c:v>
                </c:pt>
                <c:pt idx="60">
                  <c:v>149.6365616247034</c:v>
                </c:pt>
                <c:pt idx="61">
                  <c:v>156.1223545206021</c:v>
                </c:pt>
                <c:pt idx="62">
                  <c:v>162.76530488653978</c:v>
                </c:pt>
                <c:pt idx="63">
                  <c:v>159.45507790574075</c:v>
                </c:pt>
                <c:pt idx="64">
                  <c:v>159.81146248855663</c:v>
                </c:pt>
                <c:pt idx="65">
                  <c:v>170.84376280450374</c:v>
                </c:pt>
                <c:pt idx="66">
                  <c:v>184.60675728912952</c:v>
                </c:pt>
                <c:pt idx="67">
                  <c:v>179.72456917388504</c:v>
                </c:pt>
                <c:pt idx="68">
                  <c:v>182.32510353025077</c:v>
                </c:pt>
                <c:pt idx="69">
                  <c:v>182.5374704128682</c:v>
                </c:pt>
                <c:pt idx="70">
                  <c:v>188.22408633924408</c:v>
                </c:pt>
                <c:pt idx="71">
                  <c:v>192.12610200321876</c:v>
                </c:pt>
                <c:pt idx="72">
                  <c:v>180.00059407074198</c:v>
                </c:pt>
                <c:pt idx="73">
                  <c:v>170.15572158011119</c:v>
                </c:pt>
                <c:pt idx="74">
                  <c:v>160.32690984544121</c:v>
                </c:pt>
                <c:pt idx="75">
                  <c:v>158.09193966332114</c:v>
                </c:pt>
                <c:pt idx="76">
                  <c:v>162.79411023062951</c:v>
                </c:pt>
                <c:pt idx="77">
                  <c:v>170.99493610479112</c:v>
                </c:pt>
                <c:pt idx="78">
                  <c:v>182.20250082542631</c:v>
                </c:pt>
                <c:pt idx="79">
                  <c:v>184.3180494634546</c:v>
                </c:pt>
                <c:pt idx="80">
                  <c:v>185.54621626176299</c:v>
                </c:pt>
                <c:pt idx="81">
                  <c:v>177.86330208586637</c:v>
                </c:pt>
                <c:pt idx="82">
                  <c:v>181.90709035307773</c:v>
                </c:pt>
                <c:pt idx="83">
                  <c:v>174.26818711133998</c:v>
                </c:pt>
                <c:pt idx="84">
                  <c:v>172.68446876552386</c:v>
                </c:pt>
                <c:pt idx="85">
                  <c:v>174.10042103204634</c:v>
                </c:pt>
                <c:pt idx="86">
                  <c:v>169.90044739187564</c:v>
                </c:pt>
                <c:pt idx="87">
                  <c:v>175.68050951095461</c:v>
                </c:pt>
                <c:pt idx="88">
                  <c:v>183.0481071850555</c:v>
                </c:pt>
                <c:pt idx="89">
                  <c:v>188.27549745806027</c:v>
                </c:pt>
                <c:pt idx="90">
                  <c:v>187.04026918873194</c:v>
                </c:pt>
                <c:pt idx="91">
                  <c:v>177.16120487998316</c:v>
                </c:pt>
                <c:pt idx="92">
                  <c:v>181.42132334436181</c:v>
                </c:pt>
                <c:pt idx="93">
                  <c:v>183.87437667704467</c:v>
                </c:pt>
                <c:pt idx="94">
                  <c:v>179.93036370325117</c:v>
                </c:pt>
                <c:pt idx="95">
                  <c:v>179.49163263713055</c:v>
                </c:pt>
                <c:pt idx="96">
                  <c:v>177.43725440050818</c:v>
                </c:pt>
                <c:pt idx="97">
                  <c:v>188.86182731548169</c:v>
                </c:pt>
                <c:pt idx="98">
                  <c:v>189.92764922532584</c:v>
                </c:pt>
                <c:pt idx="99">
                  <c:v>191.2703523611697</c:v>
                </c:pt>
                <c:pt idx="100">
                  <c:v>187.23110613743518</c:v>
                </c:pt>
                <c:pt idx="101">
                  <c:v>187.1477188620795</c:v>
                </c:pt>
                <c:pt idx="102">
                  <c:v>192.86034121131104</c:v>
                </c:pt>
                <c:pt idx="103">
                  <c:v>198.37548074393328</c:v>
                </c:pt>
                <c:pt idx="104">
                  <c:v>198.37548074393328</c:v>
                </c:pt>
                <c:pt idx="105">
                  <c:v>197.46154755974092</c:v>
                </c:pt>
                <c:pt idx="106">
                  <c:v>196.92108620079227</c:v>
                </c:pt>
                <c:pt idx="107">
                  <c:v>191.28087803816061</c:v>
                </c:pt>
                <c:pt idx="108">
                  <c:v>182.40541104212863</c:v>
                </c:pt>
                <c:pt idx="109">
                  <c:v>178.08705408601352</c:v>
                </c:pt>
                <c:pt idx="110">
                  <c:v>176.37337510622561</c:v>
                </c:pt>
                <c:pt idx="111">
                  <c:v>180.90914652681957</c:v>
                </c:pt>
                <c:pt idx="112">
                  <c:v>175.7874960643197</c:v>
                </c:pt>
                <c:pt idx="113">
                  <c:v>182.20352422993767</c:v>
                </c:pt>
                <c:pt idx="114">
                  <c:v>172.75781594344025</c:v>
                </c:pt>
                <c:pt idx="115">
                  <c:v>168.57327879992377</c:v>
                </c:pt>
                <c:pt idx="116">
                  <c:v>173.91080615791725</c:v>
                </c:pt>
                <c:pt idx="117">
                  <c:v>181.17575523626974</c:v>
                </c:pt>
                <c:pt idx="118">
                  <c:v>168.20373947136932</c:v>
                </c:pt>
                <c:pt idx="119">
                  <c:v>172.01354189501183</c:v>
                </c:pt>
                <c:pt idx="120">
                  <c:v>171.67485470142734</c:v>
                </c:pt>
                <c:pt idx="121">
                  <c:v>174.75642419986664</c:v>
                </c:pt>
                <c:pt idx="122">
                  <c:v>173.3055511315282</c:v>
                </c:pt>
                <c:pt idx="123">
                  <c:v>174.64064300934686</c:v>
                </c:pt>
                <c:pt idx="124">
                  <c:v>176.42193884501998</c:v>
                </c:pt>
                <c:pt idx="125">
                  <c:v>178.5820387357472</c:v>
                </c:pt>
                <c:pt idx="126">
                  <c:v>182.97000869580168</c:v>
                </c:pt>
                <c:pt idx="127">
                  <c:v>184.06010913765101</c:v>
                </c:pt>
                <c:pt idx="128">
                  <c:v>187.09312730747922</c:v>
                </c:pt>
                <c:pt idx="129">
                  <c:v>184.66461340958517</c:v>
                </c:pt>
                <c:pt idx="130">
                  <c:v>187.15370133236706</c:v>
                </c:pt>
                <c:pt idx="131">
                  <c:v>182.37745908557179</c:v>
                </c:pt>
                <c:pt idx="132">
                  <c:v>182.99812595614108</c:v>
                </c:pt>
                <c:pt idx="133">
                  <c:v>184.31051393319387</c:v>
                </c:pt>
                <c:pt idx="134">
                  <c:v>184.69567312546607</c:v>
                </c:pt>
                <c:pt idx="135">
                  <c:v>175.91976462749895</c:v>
                </c:pt>
                <c:pt idx="136">
                  <c:v>182.0385402695988</c:v>
                </c:pt>
                <c:pt idx="137">
                  <c:v>184.49735342431015</c:v>
                </c:pt>
                <c:pt idx="138">
                  <c:v>182.06233627994001</c:v>
                </c:pt>
                <c:pt idx="139">
                  <c:v>184.55634479246194</c:v>
                </c:pt>
                <c:pt idx="140">
                  <c:v>186.90688533111174</c:v>
                </c:pt>
                <c:pt idx="141">
                  <c:v>188.37528790002406</c:v>
                </c:pt>
                <c:pt idx="142">
                  <c:v>189.25433147376145</c:v>
                </c:pt>
                <c:pt idx="143">
                  <c:v>181.71359549749059</c:v>
                </c:pt>
                <c:pt idx="144">
                  <c:v>176.93624424807686</c:v>
                </c:pt>
                <c:pt idx="145">
                  <c:v>167.64010164074566</c:v>
                </c:pt>
                <c:pt idx="146">
                  <c:v>174.31599190897245</c:v>
                </c:pt>
                <c:pt idx="147">
                  <c:v>190.79347974649977</c:v>
                </c:pt>
                <c:pt idx="148">
                  <c:v>193.51376205079995</c:v>
                </c:pt>
                <c:pt idx="149">
                  <c:v>201.63443457746834</c:v>
                </c:pt>
                <c:pt idx="150">
                  <c:v>199.73923224857876</c:v>
                </c:pt>
                <c:pt idx="151">
                  <c:v>199.33656602463191</c:v>
                </c:pt>
                <c:pt idx="152">
                  <c:v>202.83201174971779</c:v>
                </c:pt>
                <c:pt idx="153">
                  <c:v>196.79437111664421</c:v>
                </c:pt>
                <c:pt idx="154">
                  <c:v>197.69469998339613</c:v>
                </c:pt>
                <c:pt idx="155">
                  <c:v>201.50250747897493</c:v>
                </c:pt>
                <c:pt idx="156">
                  <c:v>#N/A</c:v>
                </c:pt>
                <c:pt idx="157">
                  <c:v>193.78547177828804</c:v>
                </c:pt>
                <c:pt idx="158">
                  <c:v>189.17539730519471</c:v>
                </c:pt>
                <c:pt idx="159">
                  <c:v>193.78167508468675</c:v>
                </c:pt>
                <c:pt idx="160">
                  <c:v>195.11928660933413</c:v>
                </c:pt>
                <c:pt idx="161">
                  <c:v>198.80320215396057</c:v>
                </c:pt>
                <c:pt idx="162">
                  <c:v>204.97106012508561</c:v>
                </c:pt>
                <c:pt idx="163">
                  <c:v>212.41794299109179</c:v>
                </c:pt>
                <c:pt idx="164">
                  <c:v>215.32295327243483</c:v>
                </c:pt>
                <c:pt idx="165">
                  <c:v>216.71827624916213</c:v>
                </c:pt>
                <c:pt idx="166">
                  <c:v>220.91634833454478</c:v>
                </c:pt>
                <c:pt idx="167">
                  <c:v>223.78173065965282</c:v>
                </c:pt>
                <c:pt idx="168">
                  <c:v>221.59578083074382</c:v>
                </c:pt>
                <c:pt idx="169">
                  <c:v>223.20614224378573</c:v>
                </c:pt>
                <c:pt idx="170">
                  <c:v>227.33134213463072</c:v>
                </c:pt>
                <c:pt idx="171">
                  <c:v>228.94592689253196</c:v>
                </c:pt>
                <c:pt idx="172">
                  <c:v>232.01112256367807</c:v>
                </c:pt>
                <c:pt idx="173">
                  <c:v>228.21364479052318</c:v>
                </c:pt>
                <c:pt idx="174">
                  <c:v>229.35672919458435</c:v>
                </c:pt>
                <c:pt idx="175">
                  <c:v>230.01344002255124</c:v>
                </c:pt>
                <c:pt idx="176">
                  <c:v>239.05742223469633</c:v>
                </c:pt>
                <c:pt idx="177">
                  <c:v>242.61541879041803</c:v>
                </c:pt>
                <c:pt idx="178">
                  <c:v>241.59871490351668</c:v>
                </c:pt>
                <c:pt idx="179">
                  <c:v>239.49425293417607</c:v>
                </c:pt>
                <c:pt idx="180">
                  <c:v>237.20291548989709</c:v>
                </c:pt>
                <c:pt idx="181">
                  <c:v>244.79575658446063</c:v>
                </c:pt>
                <c:pt idx="182">
                  <c:v>242.8424519900843</c:v>
                </c:pt>
                <c:pt idx="183">
                  <c:v>232.62931109757764</c:v>
                </c:pt>
                <c:pt idx="184">
                  <c:v>245.22185247252995</c:v>
                </c:pt>
                <c:pt idx="185">
                  <c:v>244.05885955981466</c:v>
                </c:pt>
                <c:pt idx="186">
                  <c:v>245.51831511953517</c:v>
                </c:pt>
                <c:pt idx="187">
                  <c:v>247.97646069218013</c:v>
                </c:pt>
                <c:pt idx="188">
                  <c:v>247.65672332732564</c:v>
                </c:pt>
                <c:pt idx="189">
                  <c:v>233.88974769608316</c:v>
                </c:pt>
                <c:pt idx="190">
                  <c:v>227.73627818522209</c:v>
                </c:pt>
                <c:pt idx="191">
                  <c:v>213.18507153360301</c:v>
                </c:pt>
                <c:pt idx="192">
                  <c:v>217.28941719669817</c:v>
                </c:pt>
                <c:pt idx="193">
                  <c:v>211.87692798742003</c:v>
                </c:pt>
                <c:pt idx="194">
                  <c:v>213.92225353401622</c:v>
                </c:pt>
                <c:pt idx="195">
                  <c:v>213.50215336519341</c:v>
                </c:pt>
                <c:pt idx="196">
                  <c:v>221.84138494388711</c:v>
                </c:pt>
                <c:pt idx="197">
                  <c:v>219.18401990687244</c:v>
                </c:pt>
                <c:pt idx="198">
                  <c:v>223.78754592711539</c:v>
                </c:pt>
                <c:pt idx="199">
                  <c:v>224.75037728253085</c:v>
                </c:pt>
                <c:pt idx="200">
                  <c:v>225.02746086676248</c:v>
                </c:pt>
                <c:pt idx="201">
                  <c:v>231.26671655877422</c:v>
                </c:pt>
                <c:pt idx="202">
                  <c:v>231.74290594687645</c:v>
                </c:pt>
                <c:pt idx="203">
                  <c:v>230.17896812306961</c:v>
                </c:pt>
                <c:pt idx="204">
                  <c:v>225.98252043259922</c:v>
                </c:pt>
                <c:pt idx="205">
                  <c:v>220.85413027379491</c:v>
                </c:pt>
                <c:pt idx="206">
                  <c:v>219.07612496434959</c:v>
                </c:pt>
                <c:pt idx="207">
                  <c:v>216.95201047412957</c:v>
                </c:pt>
                <c:pt idx="208">
                  <c:v>220.46014500269413</c:v>
                </c:pt>
                <c:pt idx="209">
                  <c:v>206.76845012702924</c:v>
                </c:pt>
                <c:pt idx="210">
                  <c:v>198.78605539301745</c:v>
                </c:pt>
                <c:pt idx="211">
                  <c:v>192.42714539810126</c:v>
                </c:pt>
                <c:pt idx="212">
                  <c:v>200.19901719897612</c:v>
                </c:pt>
                <c:pt idx="213">
                  <c:v>188.40674183725142</c:v>
                </c:pt>
                <c:pt idx="214">
                  <c:v>165.3374640286869</c:v>
                </c:pt>
                <c:pt idx="215">
                  <c:v>178.55597383576028</c:v>
                </c:pt>
                <c:pt idx="216">
                  <c:v>181.88888694050149</c:v>
                </c:pt>
                <c:pt idx="217">
                  <c:v>191.7817864914565</c:v>
                </c:pt>
                <c:pt idx="218">
                  <c:v>189.55253934846851</c:v>
                </c:pt>
                <c:pt idx="219">
                  <c:v>188.49725313199426</c:v>
                </c:pt>
                <c:pt idx="220">
                  <c:v>190.0122071231286</c:v>
                </c:pt>
                <c:pt idx="221">
                  <c:v>181.97509744922078</c:v>
                </c:pt>
                <c:pt idx="222">
                  <c:v>176.04774514435533</c:v>
                </c:pt>
                <c:pt idx="223">
                  <c:v>186.5580749512975</c:v>
                </c:pt>
                <c:pt idx="224">
                  <c:v>193.94242366172318</c:v>
                </c:pt>
                <c:pt idx="225">
                  <c:v>185.18850651130239</c:v>
                </c:pt>
                <c:pt idx="226">
                  <c:v>177.9378255175734</c:v>
                </c:pt>
                <c:pt idx="227">
                  <c:v>180.23189746101275</c:v>
                </c:pt>
                <c:pt idx="228">
                  <c:v>184.45542786975216</c:v>
                </c:pt>
                <c:pt idx="229">
                  <c:v>185.29691047629373</c:v>
                </c:pt>
                <c:pt idx="230">
                  <c:v>184.07790745882502</c:v>
                </c:pt>
                <c:pt idx="231">
                  <c:v>181.09571894360602</c:v>
                </c:pt>
                <c:pt idx="232">
                  <c:v>170.08649049754689</c:v>
                </c:pt>
                <c:pt idx="233">
                  <c:v>165.38026010529009</c:v>
                </c:pt>
                <c:pt idx="234">
                  <c:v>169.23571335136526</c:v>
                </c:pt>
                <c:pt idx="235">
                  <c:v>161.001620323559</c:v>
                </c:pt>
                <c:pt idx="236">
                  <c:v>177.43420794336396</c:v>
                </c:pt>
                <c:pt idx="237">
                  <c:v>179.54006086760151</c:v>
                </c:pt>
                <c:pt idx="238">
                  <c:v>179.58049909601223</c:v>
                </c:pt>
                <c:pt idx="239">
                  <c:v>174.43626494826435</c:v>
                </c:pt>
                <c:pt idx="240">
                  <c:v>181.3673760134202</c:v>
                </c:pt>
                <c:pt idx="241">
                  <c:v>177.92767531424113</c:v>
                </c:pt>
                <c:pt idx="242">
                  <c:v>175.5522749430387</c:v>
                </c:pt>
                <c:pt idx="243">
                  <c:v>182.84669007085745</c:v>
                </c:pt>
                <c:pt idx="244">
                  <c:v>182.90340188937111</c:v>
                </c:pt>
                <c:pt idx="245">
                  <c:v>178.47715658049989</c:v>
                </c:pt>
                <c:pt idx="246">
                  <c:v>183.26761853477061</c:v>
                </c:pt>
                <c:pt idx="247">
                  <c:v>178.59660193891401</c:v>
                </c:pt>
                <c:pt idx="248">
                  <c:v>181.69394217916999</c:v>
                </c:pt>
                <c:pt idx="249">
                  <c:v>181.43282919290144</c:v>
                </c:pt>
                <c:pt idx="250">
                  <c:v>186.09317577688196</c:v>
                </c:pt>
                <c:pt idx="251">
                  <c:v>189.82285789820139</c:v>
                </c:pt>
                <c:pt idx="252">
                  <c:v>185.16668562612969</c:v>
                </c:pt>
                <c:pt idx="253">
                  <c:v>193.28124228225124</c:v>
                </c:pt>
                <c:pt idx="254">
                  <c:v>200.45999257786391</c:v>
                </c:pt>
                <c:pt idx="255">
                  <c:v>206.44144761862583</c:v>
                </c:pt>
                <c:pt idx="256">
                  <c:v>211.0897630239252</c:v>
                </c:pt>
                <c:pt idx="257">
                  <c:v>217.53204647177199</c:v>
                </c:pt>
                <c:pt idx="258">
                  <c:v>219.54603810619437</c:v>
                </c:pt>
                <c:pt idx="259">
                  <c:v>217.83640879839899</c:v>
                </c:pt>
                <c:pt idx="260">
                  <c:v>214.20205236029597</c:v>
                </c:pt>
                <c:pt idx="261">
                  <c:v>219.17609240241202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70-4ED8-A9D4-99F4CB3A17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172544"/>
        <c:axId val="82379136"/>
      </c:lineChart>
      <c:lineChart>
        <c:grouping val="standard"/>
        <c:varyColors val="0"/>
        <c:ser>
          <c:idx val="3"/>
          <c:order val="2"/>
          <c:tx>
            <c:strRef>
              <c:f>dlx!$AJ$1</c:f>
              <c:strCache>
                <c:ptCount val="1"/>
                <c:pt idx="0">
                  <c:v>Yen/US$(right axis)</c:v>
                </c:pt>
              </c:strCache>
            </c:strRef>
          </c:tx>
          <c:spPr>
            <a:ln w="38100" cmpd="dbl">
              <a:solidFill>
                <a:srgbClr val="0000FF"/>
              </a:solidFill>
            </a:ln>
          </c:spPr>
          <c:marker>
            <c:symbol val="none"/>
          </c:marker>
          <c:cat>
            <c:strRef>
              <c:f>dlx!$I$4:$I$265</c:f>
              <c:strCache>
                <c:ptCount val="240"/>
                <c:pt idx="0">
                  <c:v>1/06/2012</c:v>
                </c:pt>
                <c:pt idx="1">
                  <c:v>1/13/2012</c:v>
                </c:pt>
                <c:pt idx="2">
                  <c:v>1/20/2012</c:v>
                </c:pt>
                <c:pt idx="3">
                  <c:v>1/27/2012</c:v>
                </c:pt>
                <c:pt idx="4">
                  <c:v>2/03/2012</c:v>
                </c:pt>
                <c:pt idx="5">
                  <c:v>2/10/2012</c:v>
                </c:pt>
                <c:pt idx="6">
                  <c:v>2/17/2012</c:v>
                </c:pt>
                <c:pt idx="7">
                  <c:v>2/24/2012</c:v>
                </c:pt>
                <c:pt idx="8">
                  <c:v>3/02/2012</c:v>
                </c:pt>
                <c:pt idx="9">
                  <c:v>3/09/2012</c:v>
                </c:pt>
                <c:pt idx="10">
                  <c:v>3/16/2012</c:v>
                </c:pt>
                <c:pt idx="11">
                  <c:v>3/23/2012</c:v>
                </c:pt>
                <c:pt idx="12">
                  <c:v>3/30/2012</c:v>
                </c:pt>
                <c:pt idx="13">
                  <c:v>4/06/2012</c:v>
                </c:pt>
                <c:pt idx="14">
                  <c:v>4/13/2012</c:v>
                </c:pt>
                <c:pt idx="15">
                  <c:v>4/20/2012</c:v>
                </c:pt>
                <c:pt idx="16">
                  <c:v>4/27/2012</c:v>
                </c:pt>
                <c:pt idx="17">
                  <c:v>5/04/2012</c:v>
                </c:pt>
                <c:pt idx="18">
                  <c:v>5/11/2012</c:v>
                </c:pt>
                <c:pt idx="19">
                  <c:v>5/18/2012</c:v>
                </c:pt>
                <c:pt idx="20">
                  <c:v>5/25/2012</c:v>
                </c:pt>
                <c:pt idx="21">
                  <c:v>6/01/2012</c:v>
                </c:pt>
                <c:pt idx="22">
                  <c:v>6/08/2012</c:v>
                </c:pt>
                <c:pt idx="23">
                  <c:v>6/15/2012</c:v>
                </c:pt>
                <c:pt idx="24">
                  <c:v>6/22/2012</c:v>
                </c:pt>
                <c:pt idx="25">
                  <c:v>6/29/2012</c:v>
                </c:pt>
                <c:pt idx="26">
                  <c:v>7/06/2012</c:v>
                </c:pt>
                <c:pt idx="27">
                  <c:v>7/13/2012</c:v>
                </c:pt>
                <c:pt idx="28">
                  <c:v>7/20/2012</c:v>
                </c:pt>
                <c:pt idx="29">
                  <c:v>7/27/2012</c:v>
                </c:pt>
                <c:pt idx="30">
                  <c:v>8/03/2012</c:v>
                </c:pt>
                <c:pt idx="31">
                  <c:v>8/10/2012</c:v>
                </c:pt>
                <c:pt idx="32">
                  <c:v>8/17/2012</c:v>
                </c:pt>
                <c:pt idx="33">
                  <c:v>8/24/2012</c:v>
                </c:pt>
                <c:pt idx="34">
                  <c:v>8/31/2012</c:v>
                </c:pt>
                <c:pt idx="35">
                  <c:v>9/07/2012</c:v>
                </c:pt>
                <c:pt idx="36">
                  <c:v>9/14/2012</c:v>
                </c:pt>
                <c:pt idx="37">
                  <c:v>9/21/2012</c:v>
                </c:pt>
                <c:pt idx="38">
                  <c:v>9/28/2012</c:v>
                </c:pt>
                <c:pt idx="39">
                  <c:v>10/05/2012</c:v>
                </c:pt>
                <c:pt idx="40">
                  <c:v>10/12/2012</c:v>
                </c:pt>
                <c:pt idx="41">
                  <c:v>10/19/2012</c:v>
                </c:pt>
                <c:pt idx="42">
                  <c:v>10/26/2012</c:v>
                </c:pt>
                <c:pt idx="43">
                  <c:v>11/02/2012</c:v>
                </c:pt>
                <c:pt idx="44">
                  <c:v>11/09/2012</c:v>
                </c:pt>
                <c:pt idx="45">
                  <c:v>11/16/2012</c:v>
                </c:pt>
                <c:pt idx="46">
                  <c:v>11/23/2012</c:v>
                </c:pt>
                <c:pt idx="47">
                  <c:v>11/30/2012</c:v>
                </c:pt>
                <c:pt idx="48">
                  <c:v>12/07/2012</c:v>
                </c:pt>
                <c:pt idx="49">
                  <c:v>12/14/2012</c:v>
                </c:pt>
                <c:pt idx="50">
                  <c:v>12/21/2012</c:v>
                </c:pt>
                <c:pt idx="51">
                  <c:v>12/28/2012</c:v>
                </c:pt>
                <c:pt idx="52">
                  <c:v>1/04/2013</c:v>
                </c:pt>
                <c:pt idx="53">
                  <c:v>1/11/2013</c:v>
                </c:pt>
                <c:pt idx="54">
                  <c:v>1/18/2013</c:v>
                </c:pt>
                <c:pt idx="55">
                  <c:v>1/25/2013</c:v>
                </c:pt>
                <c:pt idx="56">
                  <c:v>2/01/2013</c:v>
                </c:pt>
                <c:pt idx="57">
                  <c:v>2/08/2013</c:v>
                </c:pt>
                <c:pt idx="58">
                  <c:v>2/15/2013</c:v>
                </c:pt>
                <c:pt idx="59">
                  <c:v>2/22/2013</c:v>
                </c:pt>
                <c:pt idx="60">
                  <c:v>3/01/2013</c:v>
                </c:pt>
                <c:pt idx="61">
                  <c:v>3/08/2013</c:v>
                </c:pt>
                <c:pt idx="62">
                  <c:v>3/15/2013</c:v>
                </c:pt>
                <c:pt idx="63">
                  <c:v>3/22/2013</c:v>
                </c:pt>
                <c:pt idx="64">
                  <c:v>3/29/2013</c:v>
                </c:pt>
                <c:pt idx="65">
                  <c:v>4/05/2013</c:v>
                </c:pt>
                <c:pt idx="66">
                  <c:v>4/12/2013</c:v>
                </c:pt>
                <c:pt idx="67">
                  <c:v>4/19/2013</c:v>
                </c:pt>
                <c:pt idx="68">
                  <c:v>4/26/2013</c:v>
                </c:pt>
                <c:pt idx="69">
                  <c:v>5/03/2013</c:v>
                </c:pt>
                <c:pt idx="70">
                  <c:v>5/10/2013</c:v>
                </c:pt>
                <c:pt idx="71">
                  <c:v>5/17/2013</c:v>
                </c:pt>
                <c:pt idx="72">
                  <c:v>5/24/2013</c:v>
                </c:pt>
                <c:pt idx="73">
                  <c:v>6/31/2013</c:v>
                </c:pt>
                <c:pt idx="74">
                  <c:v>6/07/2013</c:v>
                </c:pt>
                <c:pt idx="75">
                  <c:v>6/14/2013</c:v>
                </c:pt>
                <c:pt idx="76">
                  <c:v>6/21/2013</c:v>
                </c:pt>
                <c:pt idx="77">
                  <c:v>6/28/2013</c:v>
                </c:pt>
                <c:pt idx="78">
                  <c:v>7/05/2013</c:v>
                </c:pt>
                <c:pt idx="79">
                  <c:v>7/12/2013</c:v>
                </c:pt>
                <c:pt idx="80">
                  <c:v>7/19/2013</c:v>
                </c:pt>
                <c:pt idx="81">
                  <c:v>7/26/2013</c:v>
                </c:pt>
                <c:pt idx="82">
                  <c:v>8/02/2013</c:v>
                </c:pt>
                <c:pt idx="83">
                  <c:v>8/09/2013</c:v>
                </c:pt>
                <c:pt idx="84">
                  <c:v>8/16/2013</c:v>
                </c:pt>
                <c:pt idx="85">
                  <c:v>8/23/2013</c:v>
                </c:pt>
                <c:pt idx="86">
                  <c:v>8/30/2013</c:v>
                </c:pt>
                <c:pt idx="87">
                  <c:v>9/06/2013</c:v>
                </c:pt>
                <c:pt idx="88">
                  <c:v>9/13/2013</c:v>
                </c:pt>
                <c:pt idx="89">
                  <c:v>9/20/2013</c:v>
                </c:pt>
                <c:pt idx="90">
                  <c:v>9/27/2013</c:v>
                </c:pt>
                <c:pt idx="91">
                  <c:v>10/04/2013</c:v>
                </c:pt>
                <c:pt idx="92">
                  <c:v>10/11/2013</c:v>
                </c:pt>
                <c:pt idx="93">
                  <c:v>10/18/2013</c:v>
                </c:pt>
                <c:pt idx="94">
                  <c:v>10/25/2013</c:v>
                </c:pt>
                <c:pt idx="95">
                  <c:v>11/01/2013</c:v>
                </c:pt>
                <c:pt idx="96">
                  <c:v>11/08/2013</c:v>
                </c:pt>
                <c:pt idx="97">
                  <c:v>11/15/2013</c:v>
                </c:pt>
                <c:pt idx="98">
                  <c:v>11/22/2013</c:v>
                </c:pt>
                <c:pt idx="99">
                  <c:v>11/29/2013</c:v>
                </c:pt>
                <c:pt idx="100">
                  <c:v>12/06/2013</c:v>
                </c:pt>
                <c:pt idx="101">
                  <c:v>12/13/2013</c:v>
                </c:pt>
                <c:pt idx="102">
                  <c:v>12/20/2013</c:v>
                </c:pt>
                <c:pt idx="103">
                  <c:v>12/27/2013</c:v>
                </c:pt>
                <c:pt idx="104">
                  <c:v>1/03/2014</c:v>
                </c:pt>
                <c:pt idx="105">
                  <c:v>1/10/2014</c:v>
                </c:pt>
                <c:pt idx="106">
                  <c:v>1/17/2014</c:v>
                </c:pt>
                <c:pt idx="107">
                  <c:v>1/24/2014</c:v>
                </c:pt>
                <c:pt idx="108">
                  <c:v>2/31/2014</c:v>
                </c:pt>
                <c:pt idx="109">
                  <c:v>2/07/2014</c:v>
                </c:pt>
                <c:pt idx="110">
                  <c:v>2/14/2014</c:v>
                </c:pt>
                <c:pt idx="111">
                  <c:v>2/21/2014</c:v>
                </c:pt>
                <c:pt idx="112">
                  <c:v>3/28/2014</c:v>
                </c:pt>
                <c:pt idx="113">
                  <c:v>3/07/2014</c:v>
                </c:pt>
                <c:pt idx="114">
                  <c:v>3/14/2014</c:v>
                </c:pt>
                <c:pt idx="115">
                  <c:v>3/21/2014</c:v>
                </c:pt>
                <c:pt idx="116">
                  <c:v>3/28/2014</c:v>
                </c:pt>
                <c:pt idx="117">
                  <c:v>4/04/2014</c:v>
                </c:pt>
                <c:pt idx="118">
                  <c:v>4/11/2014</c:v>
                </c:pt>
                <c:pt idx="119">
                  <c:v>4/18/2014</c:v>
                </c:pt>
                <c:pt idx="120">
                  <c:v>4/25/2014</c:v>
                </c:pt>
                <c:pt idx="121">
                  <c:v>5/02/2014</c:v>
                </c:pt>
                <c:pt idx="122">
                  <c:v>5/09/2014</c:v>
                </c:pt>
                <c:pt idx="123">
                  <c:v>5/16/2014</c:v>
                </c:pt>
                <c:pt idx="124">
                  <c:v>5/23/2014</c:v>
                </c:pt>
                <c:pt idx="125">
                  <c:v>5/30/2014</c:v>
                </c:pt>
                <c:pt idx="126">
                  <c:v>6/06/2014</c:v>
                </c:pt>
                <c:pt idx="127">
                  <c:v>6/13/2014</c:v>
                </c:pt>
                <c:pt idx="128">
                  <c:v>6/20/2014</c:v>
                </c:pt>
                <c:pt idx="129">
                  <c:v>6/27/2014</c:v>
                </c:pt>
                <c:pt idx="130">
                  <c:v>7/04/2014</c:v>
                </c:pt>
                <c:pt idx="131">
                  <c:v>7/11/2014</c:v>
                </c:pt>
                <c:pt idx="132">
                  <c:v>7/18/2014</c:v>
                </c:pt>
                <c:pt idx="133">
                  <c:v>7/25/2014</c:v>
                </c:pt>
                <c:pt idx="134">
                  <c:v>8/01/2014</c:v>
                </c:pt>
                <c:pt idx="135">
                  <c:v>8/08/2014</c:v>
                </c:pt>
                <c:pt idx="136">
                  <c:v>8/15/2014</c:v>
                </c:pt>
                <c:pt idx="137">
                  <c:v>8/22/2014</c:v>
                </c:pt>
                <c:pt idx="138">
                  <c:v>8/29/2014</c:v>
                </c:pt>
                <c:pt idx="139">
                  <c:v>9/05/2014</c:v>
                </c:pt>
                <c:pt idx="140">
                  <c:v>9/12/2014</c:v>
                </c:pt>
                <c:pt idx="141">
                  <c:v>9/19/2014</c:v>
                </c:pt>
                <c:pt idx="142">
                  <c:v>9/26/2014</c:v>
                </c:pt>
                <c:pt idx="143">
                  <c:v>10/03/2014</c:v>
                </c:pt>
                <c:pt idx="144">
                  <c:v>10/10/2014</c:v>
                </c:pt>
                <c:pt idx="145">
                  <c:v>10/17/2014</c:v>
                </c:pt>
                <c:pt idx="146">
                  <c:v>10/24/2014</c:v>
                </c:pt>
                <c:pt idx="147">
                  <c:v>10/31/2014</c:v>
                </c:pt>
                <c:pt idx="148">
                  <c:v>07/Nov/2014W</c:v>
                </c:pt>
                <c:pt idx="149">
                  <c:v>14/Nov/2014W</c:v>
                </c:pt>
                <c:pt idx="150">
                  <c:v>21/Nov/2014W</c:v>
                </c:pt>
                <c:pt idx="151">
                  <c:v>28/Nov/2014W</c:v>
                </c:pt>
                <c:pt idx="152">
                  <c:v>05/Dec/2014W</c:v>
                </c:pt>
                <c:pt idx="153">
                  <c:v>12/Dec/2014W</c:v>
                </c:pt>
                <c:pt idx="154">
                  <c:v>19/Dec/2014W</c:v>
                </c:pt>
                <c:pt idx="155">
                  <c:v>26/Dec/2014W</c:v>
                </c:pt>
                <c:pt idx="156">
                  <c:v>02/Jan/2015W</c:v>
                </c:pt>
                <c:pt idx="157">
                  <c:v>09/Jan/2015W</c:v>
                </c:pt>
                <c:pt idx="158">
                  <c:v>16/Jan/2015W</c:v>
                </c:pt>
                <c:pt idx="159">
                  <c:v>23/Jan/2015W</c:v>
                </c:pt>
                <c:pt idx="160">
                  <c:v>30/Jan/2015W</c:v>
                </c:pt>
                <c:pt idx="161">
                  <c:v>06/Feb/2015W</c:v>
                </c:pt>
                <c:pt idx="162">
                  <c:v>13/Feb/2015W</c:v>
                </c:pt>
                <c:pt idx="163">
                  <c:v>20/Feb/2015W</c:v>
                </c:pt>
                <c:pt idx="164">
                  <c:v>27/Feb/2015W</c:v>
                </c:pt>
                <c:pt idx="165">
                  <c:v>06/Mar/2015W</c:v>
                </c:pt>
                <c:pt idx="166">
                  <c:v>13/Mar/2015W</c:v>
                </c:pt>
                <c:pt idx="167">
                  <c:v>20/Mar/2015W</c:v>
                </c:pt>
                <c:pt idx="168">
                  <c:v>27/Mar/2015W</c:v>
                </c:pt>
                <c:pt idx="169">
                  <c:v>03/Apr/2015W</c:v>
                </c:pt>
                <c:pt idx="170">
                  <c:v>10/Apr/2015W</c:v>
                </c:pt>
                <c:pt idx="171">
                  <c:v>17/Apr/2015W</c:v>
                </c:pt>
                <c:pt idx="172">
                  <c:v>24/Apr/2015W</c:v>
                </c:pt>
                <c:pt idx="173">
                  <c:v>01/May/2015W</c:v>
                </c:pt>
                <c:pt idx="174">
                  <c:v>08/May/2015W</c:v>
                </c:pt>
                <c:pt idx="175">
                  <c:v>15/May/2015W</c:v>
                </c:pt>
                <c:pt idx="176">
                  <c:v>22/May/2015W</c:v>
                </c:pt>
                <c:pt idx="177">
                  <c:v>29/May/2015W</c:v>
                </c:pt>
                <c:pt idx="178">
                  <c:v>05/Jun/2015W</c:v>
                </c:pt>
                <c:pt idx="179">
                  <c:v>12/Jun/2015W</c:v>
                </c:pt>
                <c:pt idx="180">
                  <c:v>19/Jun/2015W</c:v>
                </c:pt>
                <c:pt idx="181">
                  <c:v>26/Jun/2015W</c:v>
                </c:pt>
                <c:pt idx="182">
                  <c:v>03/Jul/2015W</c:v>
                </c:pt>
                <c:pt idx="183">
                  <c:v>10/Jul/2015W</c:v>
                </c:pt>
                <c:pt idx="184">
                  <c:v>17/Jul/2015W</c:v>
                </c:pt>
                <c:pt idx="185">
                  <c:v>24/Jul/2015W</c:v>
                </c:pt>
                <c:pt idx="186">
                  <c:v>31/Jul/2015W</c:v>
                </c:pt>
                <c:pt idx="187">
                  <c:v>07/Aug/2015W</c:v>
                </c:pt>
                <c:pt idx="188">
                  <c:v>14/Aug/2015W</c:v>
                </c:pt>
                <c:pt idx="189">
                  <c:v>21/Aug/2015W</c:v>
                </c:pt>
                <c:pt idx="190">
                  <c:v>28/Aug/2015W</c:v>
                </c:pt>
                <c:pt idx="191">
                  <c:v>04/Sep/2015W</c:v>
                </c:pt>
                <c:pt idx="192">
                  <c:v>11/Sep/2015W</c:v>
                </c:pt>
                <c:pt idx="193">
                  <c:v>18/Sep/2015W</c:v>
                </c:pt>
                <c:pt idx="194">
                  <c:v>25/Sep/2015W</c:v>
                </c:pt>
                <c:pt idx="195">
                  <c:v>02/Oct/2015W</c:v>
                </c:pt>
                <c:pt idx="196">
                  <c:v>09/Oct/2015W</c:v>
                </c:pt>
                <c:pt idx="197">
                  <c:v>16/Oct/2015W</c:v>
                </c:pt>
                <c:pt idx="198">
                  <c:v>23/Oct/2015W</c:v>
                </c:pt>
                <c:pt idx="199">
                  <c:v>30/Oct/2015W</c:v>
                </c:pt>
                <c:pt idx="200">
                  <c:v>06/Nov/2015W</c:v>
                </c:pt>
                <c:pt idx="201">
                  <c:v>13/Nov/2015W</c:v>
                </c:pt>
                <c:pt idx="202">
                  <c:v>20/Nov/2015W</c:v>
                </c:pt>
                <c:pt idx="203">
                  <c:v>27/Nov/2015W</c:v>
                </c:pt>
                <c:pt idx="204">
                  <c:v>04/Dec/2015W</c:v>
                </c:pt>
                <c:pt idx="205">
                  <c:v>11/Dec/2015W</c:v>
                </c:pt>
                <c:pt idx="206">
                  <c:v>18/Dec/2015W</c:v>
                </c:pt>
                <c:pt idx="207">
                  <c:v>25/Dec/2015W</c:v>
                </c:pt>
                <c:pt idx="208">
                  <c:v>01/Jan/2016W</c:v>
                </c:pt>
                <c:pt idx="209">
                  <c:v>08/Jan/2016W</c:v>
                </c:pt>
                <c:pt idx="210">
                  <c:v>15/Jan/2016W</c:v>
                </c:pt>
                <c:pt idx="211">
                  <c:v>22/Jan/2016W</c:v>
                </c:pt>
                <c:pt idx="212">
                  <c:v>29/Jan/2016W</c:v>
                </c:pt>
                <c:pt idx="213">
                  <c:v>05/Feb/2016W</c:v>
                </c:pt>
                <c:pt idx="214">
                  <c:v>12/Feb/2016W</c:v>
                </c:pt>
                <c:pt idx="215">
                  <c:v>19/Feb/2016W</c:v>
                </c:pt>
                <c:pt idx="216">
                  <c:v>26/Feb/2016W</c:v>
                </c:pt>
                <c:pt idx="217">
                  <c:v>04/Mar/2016W</c:v>
                </c:pt>
                <c:pt idx="218">
                  <c:v>11/Mar/2016W</c:v>
                </c:pt>
                <c:pt idx="219">
                  <c:v>18/Mar/2016W</c:v>
                </c:pt>
                <c:pt idx="220">
                  <c:v>25/Mar/2016W</c:v>
                </c:pt>
                <c:pt idx="221">
                  <c:v>01/Apr/2016W</c:v>
                </c:pt>
                <c:pt idx="222">
                  <c:v>08/Apr/2016W</c:v>
                </c:pt>
                <c:pt idx="223">
                  <c:v>15/Apr/2016W</c:v>
                </c:pt>
                <c:pt idx="224">
                  <c:v>22/Apr/2016W</c:v>
                </c:pt>
                <c:pt idx="225">
                  <c:v>29/Apr/2016W</c:v>
                </c:pt>
                <c:pt idx="226">
                  <c:v>06/May/2016W</c:v>
                </c:pt>
                <c:pt idx="227">
                  <c:v>13/May/2016W</c:v>
                </c:pt>
                <c:pt idx="228">
                  <c:v>20/May/2016W</c:v>
                </c:pt>
                <c:pt idx="229">
                  <c:v>27/May/2016W</c:v>
                </c:pt>
                <c:pt idx="230">
                  <c:v>03/Jun/2016W</c:v>
                </c:pt>
                <c:pt idx="231">
                  <c:v>10/Jun/2016W</c:v>
                </c:pt>
                <c:pt idx="232">
                  <c:v>17/Jun/2016W</c:v>
                </c:pt>
                <c:pt idx="233">
                  <c:v>24/Jun/2016W</c:v>
                </c:pt>
                <c:pt idx="234">
                  <c:v>01/Jul/2016W</c:v>
                </c:pt>
                <c:pt idx="235">
                  <c:v>08/Jul/2016W</c:v>
                </c:pt>
                <c:pt idx="236">
                  <c:v>15/Jul/2016W</c:v>
                </c:pt>
                <c:pt idx="237">
                  <c:v>22/Jul/2016W</c:v>
                </c:pt>
                <c:pt idx="238">
                  <c:v>29/Jul/2016W</c:v>
                </c:pt>
                <c:pt idx="239">
                  <c:v>05/Aug/2016W</c:v>
                </c:pt>
              </c:strCache>
            </c:strRef>
          </c:cat>
          <c:val>
            <c:numRef>
              <c:f>dlx!$AJ$4:$AJ$265</c:f>
              <c:numCache>
                <c:formatCode>0.00</c:formatCode>
                <c:ptCount val="262"/>
                <c:pt idx="0">
                  <c:v>77.19</c:v>
                </c:pt>
                <c:pt idx="1">
                  <c:v>76.790000000000006</c:v>
                </c:pt>
                <c:pt idx="2">
                  <c:v>77.12</c:v>
                </c:pt>
                <c:pt idx="3">
                  <c:v>77.38</c:v>
                </c:pt>
                <c:pt idx="4">
                  <c:v>76.19</c:v>
                </c:pt>
                <c:pt idx="5">
                  <c:v>77.64</c:v>
                </c:pt>
                <c:pt idx="6">
                  <c:v>79.069999999999993</c:v>
                </c:pt>
                <c:pt idx="7">
                  <c:v>80.55</c:v>
                </c:pt>
                <c:pt idx="8">
                  <c:v>81.48</c:v>
                </c:pt>
                <c:pt idx="9">
                  <c:v>81.62</c:v>
                </c:pt>
                <c:pt idx="10">
                  <c:v>83.55</c:v>
                </c:pt>
                <c:pt idx="11">
                  <c:v>82.71</c:v>
                </c:pt>
                <c:pt idx="12">
                  <c:v>82.15</c:v>
                </c:pt>
                <c:pt idx="13">
                  <c:v>82.26</c:v>
                </c:pt>
                <c:pt idx="14">
                  <c:v>80.98</c:v>
                </c:pt>
                <c:pt idx="15">
                  <c:v>81.63</c:v>
                </c:pt>
                <c:pt idx="16">
                  <c:v>81.150000000000006</c:v>
                </c:pt>
                <c:pt idx="17">
                  <c:v>80.25</c:v>
                </c:pt>
                <c:pt idx="18">
                  <c:v>79.849999999999994</c:v>
                </c:pt>
                <c:pt idx="19">
                  <c:v>79.400000000000006</c:v>
                </c:pt>
                <c:pt idx="20">
                  <c:v>79.680000000000007</c:v>
                </c:pt>
                <c:pt idx="21">
                  <c:v>78.64</c:v>
                </c:pt>
                <c:pt idx="22">
                  <c:v>79.650000000000006</c:v>
                </c:pt>
                <c:pt idx="23">
                  <c:v>79.48</c:v>
                </c:pt>
                <c:pt idx="24">
                  <c:v>80.42</c:v>
                </c:pt>
                <c:pt idx="25">
                  <c:v>79.3</c:v>
                </c:pt>
                <c:pt idx="26">
                  <c:v>79.97</c:v>
                </c:pt>
                <c:pt idx="27">
                  <c:v>79.38</c:v>
                </c:pt>
                <c:pt idx="28">
                  <c:v>78.75</c:v>
                </c:pt>
                <c:pt idx="29">
                  <c:v>78.27</c:v>
                </c:pt>
                <c:pt idx="30">
                  <c:v>78.2</c:v>
                </c:pt>
                <c:pt idx="31">
                  <c:v>78.599999999999994</c:v>
                </c:pt>
                <c:pt idx="32">
                  <c:v>79.36</c:v>
                </c:pt>
                <c:pt idx="33">
                  <c:v>78.55</c:v>
                </c:pt>
                <c:pt idx="34">
                  <c:v>78.45</c:v>
                </c:pt>
                <c:pt idx="35">
                  <c:v>78.89</c:v>
                </c:pt>
                <c:pt idx="36">
                  <c:v>77.64</c:v>
                </c:pt>
                <c:pt idx="37">
                  <c:v>78.34</c:v>
                </c:pt>
                <c:pt idx="38">
                  <c:v>77.569999999999993</c:v>
                </c:pt>
                <c:pt idx="39">
                  <c:v>78.56</c:v>
                </c:pt>
                <c:pt idx="40">
                  <c:v>78.400000000000006</c:v>
                </c:pt>
                <c:pt idx="41">
                  <c:v>79.349999999999994</c:v>
                </c:pt>
                <c:pt idx="42">
                  <c:v>80.239999999999995</c:v>
                </c:pt>
                <c:pt idx="43">
                  <c:v>80.260000000000005</c:v>
                </c:pt>
                <c:pt idx="44">
                  <c:v>79.53</c:v>
                </c:pt>
                <c:pt idx="45">
                  <c:v>81.13</c:v>
                </c:pt>
                <c:pt idx="46">
                  <c:v>82.47</c:v>
                </c:pt>
                <c:pt idx="47">
                  <c:v>82.45</c:v>
                </c:pt>
                <c:pt idx="48">
                  <c:v>82.49</c:v>
                </c:pt>
                <c:pt idx="49">
                  <c:v>83.9</c:v>
                </c:pt>
                <c:pt idx="50">
                  <c:v>83.93</c:v>
                </c:pt>
                <c:pt idx="51">
                  <c:v>86.55</c:v>
                </c:pt>
                <c:pt idx="52">
                  <c:v>87.65</c:v>
                </c:pt>
                <c:pt idx="53">
                  <c:v>89</c:v>
                </c:pt>
                <c:pt idx="54">
                  <c:v>90.05</c:v>
                </c:pt>
                <c:pt idx="55">
                  <c:v>90.5</c:v>
                </c:pt>
                <c:pt idx="56">
                  <c:v>92.18</c:v>
                </c:pt>
                <c:pt idx="57">
                  <c:v>93.68</c:v>
                </c:pt>
                <c:pt idx="58">
                  <c:v>92.5</c:v>
                </c:pt>
                <c:pt idx="59">
                  <c:v>93.3</c:v>
                </c:pt>
                <c:pt idx="60">
                  <c:v>92.6</c:v>
                </c:pt>
                <c:pt idx="61">
                  <c:v>94.94</c:v>
                </c:pt>
                <c:pt idx="62">
                  <c:v>96.15</c:v>
                </c:pt>
                <c:pt idx="63">
                  <c:v>94.92</c:v>
                </c:pt>
                <c:pt idx="64">
                  <c:v>94.05</c:v>
                </c:pt>
                <c:pt idx="65">
                  <c:v>96.85</c:v>
                </c:pt>
                <c:pt idx="66">
                  <c:v>99.48</c:v>
                </c:pt>
                <c:pt idx="67">
                  <c:v>98.27</c:v>
                </c:pt>
                <c:pt idx="68">
                  <c:v>98.8</c:v>
                </c:pt>
                <c:pt idx="69">
                  <c:v>97.22</c:v>
                </c:pt>
                <c:pt idx="70">
                  <c:v>100.94</c:v>
                </c:pt>
                <c:pt idx="71">
                  <c:v>102.3</c:v>
                </c:pt>
                <c:pt idx="72">
                  <c:v>102.3</c:v>
                </c:pt>
                <c:pt idx="73">
                  <c:v>101.03</c:v>
                </c:pt>
                <c:pt idx="74">
                  <c:v>96.5</c:v>
                </c:pt>
                <c:pt idx="75">
                  <c:v>94.65</c:v>
                </c:pt>
                <c:pt idx="76">
                  <c:v>97.2</c:v>
                </c:pt>
                <c:pt idx="77">
                  <c:v>98.87</c:v>
                </c:pt>
                <c:pt idx="78">
                  <c:v>100.33</c:v>
                </c:pt>
                <c:pt idx="79">
                  <c:v>99.03</c:v>
                </c:pt>
                <c:pt idx="80">
                  <c:v>100.85</c:v>
                </c:pt>
                <c:pt idx="81">
                  <c:v>99.3</c:v>
                </c:pt>
                <c:pt idx="82">
                  <c:v>99.52</c:v>
                </c:pt>
                <c:pt idx="83">
                  <c:v>96.6</c:v>
                </c:pt>
                <c:pt idx="84">
                  <c:v>97.55</c:v>
                </c:pt>
                <c:pt idx="85">
                  <c:v>98.98</c:v>
                </c:pt>
                <c:pt idx="86">
                  <c:v>98.33</c:v>
                </c:pt>
                <c:pt idx="87">
                  <c:v>99.8</c:v>
                </c:pt>
                <c:pt idx="88">
                  <c:v>99.7</c:v>
                </c:pt>
                <c:pt idx="89">
                  <c:v>99.52</c:v>
                </c:pt>
                <c:pt idx="90">
                  <c:v>98.93</c:v>
                </c:pt>
                <c:pt idx="91">
                  <c:v>97.25</c:v>
                </c:pt>
                <c:pt idx="92">
                  <c:v>98.29</c:v>
                </c:pt>
                <c:pt idx="93">
                  <c:v>98.1</c:v>
                </c:pt>
                <c:pt idx="94">
                  <c:v>97.26</c:v>
                </c:pt>
                <c:pt idx="95">
                  <c:v>97.95</c:v>
                </c:pt>
                <c:pt idx="96">
                  <c:v>98.2</c:v>
                </c:pt>
                <c:pt idx="97">
                  <c:v>100.25</c:v>
                </c:pt>
                <c:pt idx="98">
                  <c:v>101.23</c:v>
                </c:pt>
                <c:pt idx="99">
                  <c:v>102.4</c:v>
                </c:pt>
                <c:pt idx="100">
                  <c:v>101.85</c:v>
                </c:pt>
                <c:pt idx="101">
                  <c:v>103.6</c:v>
                </c:pt>
                <c:pt idx="102">
                  <c:v>104.47</c:v>
                </c:pt>
                <c:pt idx="103">
                  <c:v>104.9</c:v>
                </c:pt>
                <c:pt idx="104">
                  <c:v>105.3</c:v>
                </c:pt>
                <c:pt idx="105">
                  <c:v>104.93</c:v>
                </c:pt>
                <c:pt idx="106">
                  <c:v>104.37</c:v>
                </c:pt>
                <c:pt idx="107">
                  <c:v>103.47</c:v>
                </c:pt>
                <c:pt idx="108">
                  <c:v>102.82</c:v>
                </c:pt>
                <c:pt idx="109">
                  <c:v>102.02</c:v>
                </c:pt>
                <c:pt idx="110">
                  <c:v>102.25</c:v>
                </c:pt>
                <c:pt idx="111">
                  <c:v>102.52</c:v>
                </c:pt>
                <c:pt idx="112">
                  <c:v>101.8</c:v>
                </c:pt>
                <c:pt idx="113">
                  <c:v>103</c:v>
                </c:pt>
                <c:pt idx="114">
                  <c:v>101.82</c:v>
                </c:pt>
                <c:pt idx="115">
                  <c:v>102.3</c:v>
                </c:pt>
                <c:pt idx="116">
                  <c:v>102.15</c:v>
                </c:pt>
                <c:pt idx="117">
                  <c:v>103.9</c:v>
                </c:pt>
                <c:pt idx="118">
                  <c:v>101.53</c:v>
                </c:pt>
                <c:pt idx="119">
                  <c:v>102.53</c:v>
                </c:pt>
                <c:pt idx="120">
                  <c:v>102.37</c:v>
                </c:pt>
                <c:pt idx="121">
                  <c:v>102.34</c:v>
                </c:pt>
                <c:pt idx="122">
                  <c:v>101.67</c:v>
                </c:pt>
                <c:pt idx="123">
                  <c:v>101.55</c:v>
                </c:pt>
                <c:pt idx="124">
                  <c:v>101.83</c:v>
                </c:pt>
                <c:pt idx="125">
                  <c:v>101.64</c:v>
                </c:pt>
                <c:pt idx="126">
                  <c:v>102.34</c:v>
                </c:pt>
                <c:pt idx="127">
                  <c:v>101.8</c:v>
                </c:pt>
                <c:pt idx="128">
                  <c:v>101.85</c:v>
                </c:pt>
                <c:pt idx="129">
                  <c:v>101.51</c:v>
                </c:pt>
                <c:pt idx="130">
                  <c:v>102.15</c:v>
                </c:pt>
                <c:pt idx="131">
                  <c:v>101.36</c:v>
                </c:pt>
                <c:pt idx="132">
                  <c:v>101.25</c:v>
                </c:pt>
                <c:pt idx="133">
                  <c:v>101.77</c:v>
                </c:pt>
                <c:pt idx="134">
                  <c:v>102.9</c:v>
                </c:pt>
                <c:pt idx="135">
                  <c:v>102.09</c:v>
                </c:pt>
                <c:pt idx="136">
                  <c:v>102.5</c:v>
                </c:pt>
                <c:pt idx="137">
                  <c:v>103.95</c:v>
                </c:pt>
                <c:pt idx="138">
                  <c:v>103.71</c:v>
                </c:pt>
                <c:pt idx="139">
                  <c:v>105.56</c:v>
                </c:pt>
                <c:pt idx="140">
                  <c:v>107.23</c:v>
                </c:pt>
                <c:pt idx="141">
                  <c:v>108.85</c:v>
                </c:pt>
                <c:pt idx="142">
                  <c:v>108.53</c:v>
                </c:pt>
                <c:pt idx="143">
                  <c:v>108.75</c:v>
                </c:pt>
                <c:pt idx="144">
                  <c:v>107.82</c:v>
                </c:pt>
                <c:pt idx="145">
                  <c:v>106.37</c:v>
                </c:pt>
                <c:pt idx="146">
                  <c:v>108</c:v>
                </c:pt>
                <c:pt idx="147">
                  <c:v>110.57</c:v>
                </c:pt>
                <c:pt idx="148">
                  <c:v>115.15</c:v>
                </c:pt>
                <c:pt idx="149">
                  <c:v>116.13</c:v>
                </c:pt>
                <c:pt idx="150">
                  <c:v>118.09</c:v>
                </c:pt>
                <c:pt idx="151">
                  <c:v>118.21</c:v>
                </c:pt>
                <c:pt idx="152">
                  <c:v>119.84</c:v>
                </c:pt>
                <c:pt idx="153">
                  <c:v>118.88</c:v>
                </c:pt>
                <c:pt idx="154">
                  <c:v>118.98</c:v>
                </c:pt>
                <c:pt idx="155">
                  <c:v>120.25</c:v>
                </c:pt>
                <c:pt idx="156">
                  <c:v>120.64</c:v>
                </c:pt>
                <c:pt idx="157">
                  <c:v>119.85</c:v>
                </c:pt>
                <c:pt idx="158">
                  <c:v>116.41</c:v>
                </c:pt>
                <c:pt idx="159">
                  <c:v>118.5</c:v>
                </c:pt>
                <c:pt idx="160">
                  <c:v>118.22</c:v>
                </c:pt>
                <c:pt idx="161">
                  <c:v>117.48</c:v>
                </c:pt>
                <c:pt idx="162">
                  <c:v>118.99</c:v>
                </c:pt>
                <c:pt idx="163">
                  <c:v>118.89</c:v>
                </c:pt>
                <c:pt idx="164">
                  <c:v>119.26</c:v>
                </c:pt>
                <c:pt idx="165">
                  <c:v>120.05</c:v>
                </c:pt>
                <c:pt idx="166">
                  <c:v>121.43</c:v>
                </c:pt>
                <c:pt idx="167">
                  <c:v>120.72</c:v>
                </c:pt>
                <c:pt idx="168">
                  <c:v>119.2</c:v>
                </c:pt>
                <c:pt idx="169">
                  <c:v>119.65</c:v>
                </c:pt>
                <c:pt idx="170">
                  <c:v>120.5</c:v>
                </c:pt>
                <c:pt idx="171">
                  <c:v>119.04</c:v>
                </c:pt>
                <c:pt idx="172">
                  <c:v>119.5</c:v>
                </c:pt>
                <c:pt idx="173">
                  <c:v>119.65</c:v>
                </c:pt>
                <c:pt idx="174">
                  <c:v>119.85</c:v>
                </c:pt>
                <c:pt idx="175">
                  <c:v>119.38</c:v>
                </c:pt>
                <c:pt idx="176">
                  <c:v>121.04</c:v>
                </c:pt>
                <c:pt idx="177">
                  <c:v>123.75</c:v>
                </c:pt>
                <c:pt idx="178">
                  <c:v>124.48</c:v>
                </c:pt>
                <c:pt idx="179">
                  <c:v>123.5</c:v>
                </c:pt>
                <c:pt idx="180">
                  <c:v>122.97</c:v>
                </c:pt>
                <c:pt idx="181">
                  <c:v>123.53</c:v>
                </c:pt>
                <c:pt idx="182">
                  <c:v>122.97</c:v>
                </c:pt>
                <c:pt idx="183">
                  <c:v>121.63</c:v>
                </c:pt>
                <c:pt idx="184">
                  <c:v>124.2</c:v>
                </c:pt>
                <c:pt idx="185">
                  <c:v>123.99</c:v>
                </c:pt>
                <c:pt idx="186">
                  <c:v>123.97</c:v>
                </c:pt>
                <c:pt idx="187">
                  <c:v>124.79</c:v>
                </c:pt>
                <c:pt idx="188">
                  <c:v>124.41</c:v>
                </c:pt>
                <c:pt idx="189">
                  <c:v>123.3</c:v>
                </c:pt>
                <c:pt idx="190">
                  <c:v>121.12</c:v>
                </c:pt>
                <c:pt idx="191">
                  <c:v>119.94</c:v>
                </c:pt>
                <c:pt idx="192">
                  <c:v>120.78</c:v>
                </c:pt>
                <c:pt idx="193">
                  <c:v>119.8</c:v>
                </c:pt>
                <c:pt idx="194">
                  <c:v>120.35</c:v>
                </c:pt>
                <c:pt idx="195">
                  <c:v>119.85</c:v>
                </c:pt>
                <c:pt idx="196">
                  <c:v>119.97</c:v>
                </c:pt>
                <c:pt idx="197">
                  <c:v>119.08</c:v>
                </c:pt>
                <c:pt idx="198">
                  <c:v>120.94</c:v>
                </c:pt>
                <c:pt idx="199">
                  <c:v>120.87</c:v>
                </c:pt>
                <c:pt idx="200">
                  <c:v>121.7</c:v>
                </c:pt>
                <c:pt idx="201">
                  <c:v>122.56</c:v>
                </c:pt>
                <c:pt idx="202">
                  <c:v>122.94</c:v>
                </c:pt>
                <c:pt idx="203">
                  <c:v>122.61</c:v>
                </c:pt>
                <c:pt idx="204">
                  <c:v>122.6</c:v>
                </c:pt>
                <c:pt idx="205">
                  <c:v>121.92</c:v>
                </c:pt>
                <c:pt idx="206">
                  <c:v>122.5</c:v>
                </c:pt>
                <c:pt idx="207">
                  <c:v>120.15</c:v>
                </c:pt>
                <c:pt idx="208">
                  <c:v>120.5</c:v>
                </c:pt>
                <c:pt idx="209">
                  <c:v>118.3</c:v>
                </c:pt>
                <c:pt idx="210">
                  <c:v>118.14</c:v>
                </c:pt>
                <c:pt idx="211">
                  <c:v>117.8</c:v>
                </c:pt>
                <c:pt idx="212">
                  <c:v>121</c:v>
                </c:pt>
                <c:pt idx="213">
                  <c:v>116.82</c:v>
                </c:pt>
                <c:pt idx="214">
                  <c:v>112.35</c:v>
                </c:pt>
                <c:pt idx="215">
                  <c:v>112.9</c:v>
                </c:pt>
                <c:pt idx="216">
                  <c:v>112.85</c:v>
                </c:pt>
                <c:pt idx="217">
                  <c:v>113.64</c:v>
                </c:pt>
                <c:pt idx="218">
                  <c:v>113.28</c:v>
                </c:pt>
                <c:pt idx="219">
                  <c:v>111.3</c:v>
                </c:pt>
                <c:pt idx="220">
                  <c:v>113</c:v>
                </c:pt>
                <c:pt idx="221">
                  <c:v>112.2</c:v>
                </c:pt>
                <c:pt idx="222">
                  <c:v>108.74</c:v>
                </c:pt>
                <c:pt idx="223">
                  <c:v>109.73</c:v>
                </c:pt>
                <c:pt idx="224">
                  <c:v>109.4</c:v>
                </c:pt>
                <c:pt idx="225">
                  <c:v>111.74</c:v>
                </c:pt>
                <c:pt idx="226">
                  <c:v>107.36</c:v>
                </c:pt>
                <c:pt idx="227">
                  <c:v>108.8</c:v>
                </c:pt>
                <c:pt idx="228">
                  <c:v>110</c:v>
                </c:pt>
                <c:pt idx="229">
                  <c:v>109.9</c:v>
                </c:pt>
                <c:pt idx="230">
                  <c:v>108.96</c:v>
                </c:pt>
                <c:pt idx="231">
                  <c:v>107.08</c:v>
                </c:pt>
                <c:pt idx="232">
                  <c:v>104.7</c:v>
                </c:pt>
                <c:pt idx="233">
                  <c:v>101.5</c:v>
                </c:pt>
                <c:pt idx="234">
                  <c:v>102.9</c:v>
                </c:pt>
                <c:pt idx="235">
                  <c:v>100.9</c:v>
                </c:pt>
                <c:pt idx="236">
                  <c:v>105.65</c:v>
                </c:pt>
                <c:pt idx="237">
                  <c:v>105.86</c:v>
                </c:pt>
                <c:pt idx="238">
                  <c:v>104</c:v>
                </c:pt>
                <c:pt idx="239">
                  <c:v>101.25</c:v>
                </c:pt>
                <c:pt idx="240">
                  <c:v>102.04</c:v>
                </c:pt>
                <c:pt idx="241">
                  <c:v>100.35</c:v>
                </c:pt>
                <c:pt idx="242">
                  <c:v>100.45</c:v>
                </c:pt>
                <c:pt idx="243">
                  <c:v>103.3</c:v>
                </c:pt>
                <c:pt idx="244">
                  <c:v>102.25</c:v>
                </c:pt>
                <c:pt idx="245">
                  <c:v>101.95</c:v>
                </c:pt>
                <c:pt idx="246">
                  <c:v>101</c:v>
                </c:pt>
                <c:pt idx="247">
                  <c:v>101.08</c:v>
                </c:pt>
                <c:pt idx="248">
                  <c:v>103.8</c:v>
                </c:pt>
                <c:pt idx="249">
                  <c:v>103.82</c:v>
                </c:pt>
                <c:pt idx="250">
                  <c:v>104.12</c:v>
                </c:pt>
                <c:pt idx="251">
                  <c:v>105.25</c:v>
                </c:pt>
                <c:pt idx="252">
                  <c:v>103.06</c:v>
                </c:pt>
                <c:pt idx="253">
                  <c:v>106.7</c:v>
                </c:pt>
                <c:pt idx="254">
                  <c:v>110.6</c:v>
                </c:pt>
                <c:pt idx="255">
                  <c:v>113.75</c:v>
                </c:pt>
                <c:pt idx="256">
                  <c:v>113.73</c:v>
                </c:pt>
                <c:pt idx="257">
                  <c:v>114.45</c:v>
                </c:pt>
                <c:pt idx="258">
                  <c:v>118.2</c:v>
                </c:pt>
                <c:pt idx="259">
                  <c:v>117.55</c:v>
                </c:pt>
                <c:pt idx="260">
                  <c:v>116.8</c:v>
                </c:pt>
                <c:pt idx="261">
                  <c:v>115.7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70-4ED8-A9D4-99F4CB3A17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382208"/>
        <c:axId val="82380672"/>
      </c:lineChart>
      <c:dateAx>
        <c:axId val="82172544"/>
        <c:scaling>
          <c:orientation val="minMax"/>
        </c:scaling>
        <c:delete val="0"/>
        <c:axPos val="b"/>
        <c:numFmt formatCode="m/d/yyyy" sourceLinked="0"/>
        <c:majorTickMark val="in"/>
        <c:minorTickMark val="none"/>
        <c:tickLblPos val="low"/>
        <c:spPr>
          <a:ln/>
        </c:spPr>
        <c:txPr>
          <a:bodyPr/>
          <a:lstStyle/>
          <a:p>
            <a:pPr>
              <a:defRPr sz="12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82379136"/>
        <c:crosses val="autoZero"/>
        <c:auto val="0"/>
        <c:lblOffset val="100"/>
        <c:baseTimeUnit val="days"/>
        <c:majorUnit val="20"/>
        <c:minorUnit val="20"/>
      </c:dateAx>
      <c:valAx>
        <c:axId val="82379136"/>
        <c:scaling>
          <c:orientation val="minMax"/>
          <c:min val="5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82172544"/>
        <c:crossesAt val="1"/>
        <c:crossBetween val="midCat"/>
      </c:valAx>
      <c:valAx>
        <c:axId val="82380672"/>
        <c:scaling>
          <c:orientation val="minMax"/>
          <c:min val="75"/>
        </c:scaling>
        <c:delete val="0"/>
        <c:axPos val="r"/>
        <c:numFmt formatCode="0" sourceLinked="0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82382208"/>
        <c:crosses val="max"/>
        <c:crossBetween val="between"/>
      </c:valAx>
      <c:catAx>
        <c:axId val="82382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82380672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tx1">
              <a:tint val="75000"/>
            </a:schemeClr>
          </a:solidFill>
        </a:ln>
      </c:spPr>
    </c:plotArea>
    <c:legend>
      <c:legendPos val="b"/>
      <c:layout>
        <c:manualLayout>
          <c:xMode val="edge"/>
          <c:yMode val="edge"/>
          <c:x val="8.1998210450966363E-2"/>
          <c:y val="5.8360878984357371E-2"/>
          <c:w val="0.86327611184860553"/>
          <c:h val="3.725892061087803E-2"/>
        </c:manualLayout>
      </c:layout>
      <c:overlay val="0"/>
      <c:txPr>
        <a:bodyPr/>
        <a:lstStyle/>
        <a:p>
          <a:pPr>
            <a:defRPr sz="1200" baseline="0">
              <a:latin typeface="Arial" panose="020B06040202020202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0.35183</cdr:x>
      <cdr:y>0.08102</cdr:y>
    </cdr:from>
    <cdr:to>
      <cdr:x>0.81158</cdr:x>
      <cdr:y>0.2932</cdr:y>
    </cdr:to>
    <cdr:sp macro="" textlink="">
      <cdr:nvSpPr>
        <cdr:cNvPr id="2" name="TextBox 5"/>
        <cdr:cNvSpPr txBox="1"/>
      </cdr:nvSpPr>
      <cdr:spPr>
        <a:xfrm xmlns:a="http://schemas.openxmlformats.org/drawingml/2006/main">
          <a:off x="1586050" y="285230"/>
          <a:ext cx="2072550" cy="74696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square" rtlCol="0" anchor="t">
          <a:no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pPr marL="228600" indent="-228600">
            <a:buAutoNum type="alphaLcParenR"/>
          </a:pPr>
          <a:r>
            <a:rPr lang="en-US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Active and Credible Framework with a</a:t>
          </a:r>
        </a:p>
        <a:p xmlns:a="http://schemas.openxmlformats.org/drawingml/2006/main">
          <a:r>
            <a:rPr lang="en-US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     Modest Overshoot</a:t>
          </a:r>
        </a:p>
      </cdr:txBody>
    </cdr:sp>
  </cdr:relSizeAnchor>
  <cdr:relSizeAnchor xmlns:cdr="http://schemas.openxmlformats.org/drawingml/2006/chartDrawing">
    <cdr:from>
      <cdr:x>0.74309</cdr:x>
      <cdr:y>0.40715</cdr:y>
    </cdr:from>
    <cdr:to>
      <cdr:x>1</cdr:x>
      <cdr:y>0.5948</cdr:y>
    </cdr:to>
    <cdr:sp macro="" textlink="">
      <cdr:nvSpPr>
        <cdr:cNvPr id="3" name="TextBox 5"/>
        <cdr:cNvSpPr txBox="1"/>
      </cdr:nvSpPr>
      <cdr:spPr>
        <a:xfrm xmlns:a="http://schemas.openxmlformats.org/drawingml/2006/main">
          <a:off x="3349844" y="1433332"/>
          <a:ext cx="1158148" cy="66061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square" rtlCol="0" anchor="t">
          <a:no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rPr>
            <a:t>b) Without</a:t>
          </a:r>
          <a:r>
            <a:rPr lang="en-US" sz="1200" b="1" baseline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rPr>
            <a:t> a Planned Overshoot</a:t>
          </a:r>
          <a:endParaRPr lang="en-US" sz="1200" b="1" dirty="0">
            <a:solidFill>
              <a:srgbClr val="0070C0"/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0.43583</cdr:x>
      <cdr:y>0.60671</cdr:y>
    </cdr:from>
    <cdr:to>
      <cdr:x>1</cdr:x>
      <cdr:y>0.69896</cdr:y>
    </cdr:to>
    <cdr:sp macro="" textlink="">
      <cdr:nvSpPr>
        <cdr:cNvPr id="4" name="TextBox 6"/>
        <cdr:cNvSpPr txBox="1"/>
      </cdr:nvSpPr>
      <cdr:spPr>
        <a:xfrm xmlns:a="http://schemas.openxmlformats.org/drawingml/2006/main">
          <a:off x="1964708" y="2135892"/>
          <a:ext cx="2543284" cy="32476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square" rtlCol="0" anchor="t">
          <a:no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c) Non-Credible</a:t>
          </a:r>
          <a:r>
            <a:rPr lang="en-US" sz="1200" b="1" baseline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 Framework</a:t>
          </a:r>
          <a:endParaRPr lang="en-US" sz="1200" b="1" dirty="0">
            <a:solidFill>
              <a:srgbClr val="FF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0.18824</cdr:x>
      <cdr:y>0.5639</cdr:y>
    </cdr:from>
    <cdr:to>
      <cdr:x>0.47563</cdr:x>
      <cdr:y>0.64258</cdr:y>
    </cdr:to>
    <cdr:sp macro="" textlink="">
      <cdr:nvSpPr>
        <cdr:cNvPr id="6" name="TextBox 3"/>
        <cdr:cNvSpPr txBox="1"/>
      </cdr:nvSpPr>
      <cdr:spPr>
        <a:xfrm xmlns:a="http://schemas.openxmlformats.org/drawingml/2006/main" rot="19300200">
          <a:off x="848595" y="1985179"/>
          <a:ext cx="1295547" cy="27699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2% Target Path</a:t>
          </a:r>
        </a:p>
      </cdr:txBody>
    </cdr:sp>
  </cdr:relSizeAnchor>
  <cdr:relSizeAnchor xmlns:cdr="http://schemas.openxmlformats.org/drawingml/2006/chartDrawing">
    <cdr:from>
      <cdr:x>0.62418</cdr:x>
      <cdr:y>0.26621</cdr:y>
    </cdr:from>
    <cdr:to>
      <cdr:x>0.67292</cdr:x>
      <cdr:y>0.33535</cdr:y>
    </cdr:to>
    <cdr:sp macro="" textlink="">
      <cdr:nvSpPr>
        <cdr:cNvPr id="7" name="Straight Connector 6"/>
        <cdr:cNvSpPr/>
      </cdr:nvSpPr>
      <cdr:spPr>
        <a:xfrm xmlns:a="http://schemas.openxmlformats.org/drawingml/2006/main">
          <a:off x="2813802" y="937188"/>
          <a:ext cx="219701" cy="243381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 cap="flat" cmpd="sng" algn="ctr">
          <a:solidFill>
            <a:srgbClr val="00B050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0.79927</cdr:x>
      <cdr:y>0.30743</cdr:y>
    </cdr:from>
    <cdr:to>
      <cdr:x>0.82554</cdr:x>
      <cdr:y>0.41732</cdr:y>
    </cdr:to>
    <cdr:sp macro="" textlink="">
      <cdr:nvSpPr>
        <cdr:cNvPr id="8" name="Straight Connector 7"/>
        <cdr:cNvSpPr/>
      </cdr:nvSpPr>
      <cdr:spPr>
        <a:xfrm xmlns:a="http://schemas.openxmlformats.org/drawingml/2006/main">
          <a:off x="3603117" y="1082282"/>
          <a:ext cx="118425" cy="386861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 cap="flat" cmpd="sng" algn="ctr">
          <a:solidFill>
            <a:srgbClr val="0070C0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0.60911</cdr:x>
      <cdr:y>0.53243</cdr:y>
    </cdr:from>
    <cdr:to>
      <cdr:x>0.63001</cdr:x>
      <cdr:y>0.59991</cdr:y>
    </cdr:to>
    <cdr:sp macro="" textlink="">
      <cdr:nvSpPr>
        <cdr:cNvPr id="9" name="Straight Connector 8"/>
        <cdr:cNvSpPr/>
      </cdr:nvSpPr>
      <cdr:spPr>
        <a:xfrm xmlns:a="http://schemas.openxmlformats.org/drawingml/2006/main" flipH="1" flipV="1">
          <a:off x="2745867" y="1874389"/>
          <a:ext cx="94206" cy="23755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 cap="flat" cmpd="sng" algn="ctr">
          <a:solidFill>
            <a:srgbClr val="FF0000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0.6874</cdr:x>
      <cdr:y>0.4484</cdr:y>
    </cdr:from>
    <cdr:to>
      <cdr:x>0.6874</cdr:x>
      <cdr:y>0.59991</cdr:y>
    </cdr:to>
    <cdr:cxnSp macro="">
      <cdr:nvCxnSpPr>
        <cdr:cNvPr id="10" name="Straight Arrow Connector 9">
          <a:extLst xmlns:a="http://schemas.openxmlformats.org/drawingml/2006/main">
            <a:ext uri="{FF2B5EF4-FFF2-40B4-BE49-F238E27FC236}">
              <a16:creationId xmlns:a16="http://schemas.microsoft.com/office/drawing/2014/main" id="{FADD1E2F-6EA8-4DD8-8434-C3FB0816444E}"/>
            </a:ext>
          </a:extLst>
        </cdr:cNvPr>
        <cdr:cNvCxnSpPr/>
      </cdr:nvCxnSpPr>
      <cdr:spPr>
        <a:xfrm xmlns:a="http://schemas.openxmlformats.org/drawingml/2006/main">
          <a:off x="3098800" y="1578548"/>
          <a:ext cx="0" cy="533400"/>
        </a:xfrm>
        <a:prstGeom xmlns:a="http://schemas.openxmlformats.org/drawingml/2006/main" prst="straightConnector1">
          <a:avLst/>
        </a:prstGeom>
        <a:ln xmlns:a="http://schemas.openxmlformats.org/drawingml/2006/main" w="28575">
          <a:solidFill>
            <a:schemeClr val="tx1"/>
          </a:solidFill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0.42518</cdr:x>
      <cdr:y>0.05659</cdr:y>
    </cdr:from>
    <cdr:to>
      <cdr:x>0.90241</cdr:x>
      <cdr:y>0.27774</cdr:y>
    </cdr:to>
    <cdr:sp macro="" textlink="">
      <cdr:nvSpPr>
        <cdr:cNvPr id="2" name="TextBox 5"/>
        <cdr:cNvSpPr txBox="1"/>
      </cdr:nvSpPr>
      <cdr:spPr>
        <a:xfrm xmlns:a="http://schemas.openxmlformats.org/drawingml/2006/main">
          <a:off x="1916317" y="199350"/>
          <a:ext cx="2150932" cy="77901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square" rtlCol="0" anchor="t">
          <a:no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rPr>
            <a:t>a) Active and Credible Framework with a Modest Overshoot</a:t>
          </a:r>
        </a:p>
      </cdr:txBody>
    </cdr:sp>
  </cdr:relSizeAnchor>
  <cdr:relSizeAnchor xmlns:cdr="http://schemas.openxmlformats.org/drawingml/2006/chartDrawing">
    <cdr:from>
      <cdr:x>0.65858</cdr:x>
      <cdr:y>0.50801</cdr:y>
    </cdr:from>
    <cdr:to>
      <cdr:x>1</cdr:x>
      <cdr:y>0.7036</cdr:y>
    </cdr:to>
    <cdr:sp macro="" textlink="">
      <cdr:nvSpPr>
        <cdr:cNvPr id="3" name="TextBox 5"/>
        <cdr:cNvSpPr txBox="1"/>
      </cdr:nvSpPr>
      <cdr:spPr>
        <a:xfrm xmlns:a="http://schemas.openxmlformats.org/drawingml/2006/main">
          <a:off x="2968297" y="1789494"/>
          <a:ext cx="1538820" cy="6889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square" rtlCol="0" anchor="t">
          <a:no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rPr>
            <a:t>b) Without</a:t>
          </a:r>
          <a:r>
            <a:rPr lang="en-US" sz="1200" b="1" baseline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rPr>
            <a:t> a Planned Overshoot</a:t>
          </a:r>
          <a:endParaRPr lang="en-US" sz="1200" b="1" dirty="0">
            <a:solidFill>
              <a:srgbClr val="0070C0"/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0.2392</cdr:x>
      <cdr:y>0.74042</cdr:y>
    </cdr:from>
    <cdr:to>
      <cdr:x>0.95694</cdr:x>
      <cdr:y>0.83657</cdr:y>
    </cdr:to>
    <cdr:sp macro="" textlink="">
      <cdr:nvSpPr>
        <cdr:cNvPr id="4" name="TextBox 6"/>
        <cdr:cNvSpPr txBox="1"/>
      </cdr:nvSpPr>
      <cdr:spPr>
        <a:xfrm xmlns:a="http://schemas.openxmlformats.org/drawingml/2006/main">
          <a:off x="1078117" y="2608157"/>
          <a:ext cx="3234926" cy="33869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square" rtlCol="0" anchor="t">
          <a:no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c) Non-Credible</a:t>
          </a:r>
          <a:r>
            <a:rPr lang="en-US" sz="1200" b="1" baseline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 Framework</a:t>
          </a:r>
          <a:endParaRPr lang="en-US" sz="1200" b="1" dirty="0">
            <a:solidFill>
              <a:srgbClr val="FF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0.63651</cdr:x>
      <cdr:y>0.20507</cdr:y>
    </cdr:from>
    <cdr:to>
      <cdr:x>0.64661</cdr:x>
      <cdr:y>0.24353</cdr:y>
    </cdr:to>
    <cdr:sp macro="" textlink="">
      <cdr:nvSpPr>
        <cdr:cNvPr id="6" name="Straight Connector 5"/>
        <cdr:cNvSpPr/>
      </cdr:nvSpPr>
      <cdr:spPr>
        <a:xfrm xmlns:a="http://schemas.openxmlformats.org/drawingml/2006/main">
          <a:off x="2868817" y="722388"/>
          <a:ext cx="45521" cy="135478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00B05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0.62805</cdr:x>
      <cdr:y>0.54573</cdr:y>
    </cdr:from>
    <cdr:to>
      <cdr:x>0.67032</cdr:x>
      <cdr:y>0.56736</cdr:y>
    </cdr:to>
    <cdr:sp macro="" textlink="">
      <cdr:nvSpPr>
        <cdr:cNvPr id="7" name="Straight Connector 6"/>
        <cdr:cNvSpPr/>
      </cdr:nvSpPr>
      <cdr:spPr>
        <a:xfrm xmlns:a="http://schemas.openxmlformats.org/drawingml/2006/main" flipH="1" flipV="1">
          <a:off x="2830717" y="1922357"/>
          <a:ext cx="190500" cy="76200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0070C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0.39257</cdr:x>
      <cdr:y>0.7054</cdr:y>
    </cdr:from>
    <cdr:to>
      <cdr:x>0.40671</cdr:x>
      <cdr:y>0.74386</cdr:y>
    </cdr:to>
    <cdr:sp macro="" textlink="">
      <cdr:nvSpPr>
        <cdr:cNvPr id="8" name="Straight Connector 7"/>
        <cdr:cNvSpPr/>
      </cdr:nvSpPr>
      <cdr:spPr>
        <a:xfrm xmlns:a="http://schemas.openxmlformats.org/drawingml/2006/main" flipH="1">
          <a:off x="3558826" y="3493832"/>
          <a:ext cx="128187" cy="190492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0.16263</cdr:x>
      <cdr:y>0.37161</cdr:y>
    </cdr:from>
    <cdr:to>
      <cdr:x>0.36649</cdr:x>
      <cdr:y>0.45025</cdr:y>
    </cdr:to>
    <cdr:sp macro="" textlink="">
      <cdr:nvSpPr>
        <cdr:cNvPr id="9" name="TextBox 3"/>
        <cdr:cNvSpPr txBox="1"/>
      </cdr:nvSpPr>
      <cdr:spPr>
        <a:xfrm xmlns:a="http://schemas.openxmlformats.org/drawingml/2006/main">
          <a:off x="733006" y="1309009"/>
          <a:ext cx="918821" cy="27701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2% Target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0.23096</cdr:x>
      <cdr:y>0.10393</cdr:y>
    </cdr:from>
    <cdr:to>
      <cdr:x>0.23096</cdr:x>
      <cdr:y>0.79103</cdr:y>
    </cdr:to>
    <cdr:sp macro="" textlink="">
      <cdr:nvSpPr>
        <cdr:cNvPr id="3" name="Straight Connector 2"/>
        <cdr:cNvSpPr/>
      </cdr:nvSpPr>
      <cdr:spPr>
        <a:xfrm xmlns:a="http://schemas.openxmlformats.org/drawingml/2006/main" flipV="1">
          <a:off x="1935933" y="539435"/>
          <a:ext cx="0" cy="356616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0.23051</cdr:x>
      <cdr:y>0.13039</cdr:y>
    </cdr:from>
    <cdr:to>
      <cdr:x>0.37406</cdr:x>
      <cdr:y>0.23634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1932160" y="676747"/>
          <a:ext cx="1203198" cy="5498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Abenomics</a:t>
          </a:r>
          <a:endParaRPr lang="en-US" sz="12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0.23257</cdr:x>
      <cdr:y>0.19284</cdr:y>
    </cdr:from>
    <cdr:to>
      <cdr:x>0.25943</cdr:x>
      <cdr:y>0.19284</cdr:y>
    </cdr:to>
    <cdr:cxnSp macro="">
      <cdr:nvCxnSpPr>
        <cdr:cNvPr id="5" name="Straight Arrow Connector 4">
          <a:extLst xmlns:a="http://schemas.openxmlformats.org/drawingml/2006/main">
            <a:ext uri="{FF2B5EF4-FFF2-40B4-BE49-F238E27FC236}">
              <a16:creationId xmlns:a16="http://schemas.microsoft.com/office/drawing/2014/main" id="{D240B165-E7DB-46B4-A2F5-7829D79071D9}"/>
            </a:ext>
          </a:extLst>
        </cdr:cNvPr>
        <cdr:cNvCxnSpPr/>
      </cdr:nvCxnSpPr>
      <cdr:spPr>
        <a:xfrm xmlns:a="http://schemas.openxmlformats.org/drawingml/2006/main">
          <a:off x="1949423" y="1000875"/>
          <a:ext cx="225140" cy="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24B17AFD-C235-4380-BCB4-B9B02667E7B2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7F9E017-29C0-48AE-82DA-35360BBBD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75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2AF47-9627-4424-A994-7F9465CE62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64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2AF47-9627-4424-A994-7F9465CE62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6685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2AF47-9627-4424-A994-7F9465CE62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75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2AF47-9627-4424-A994-7F9465CE62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716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2AF47-9627-4424-A994-7F9465CE62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606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61B5F-595C-4AC1-91F7-6CAD95A0B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777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2AF47-9627-4424-A994-7F9465CE62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78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76938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BB03475-DADF-4C47-BB65-2D3F7BB6CC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92303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BB03475-DADF-4C47-BB65-2D3F7BB6CC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4601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07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47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62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678424-AB4B-4B51-9264-B1527D32E233}"/>
              </a:ext>
            </a:extLst>
          </p:cNvPr>
          <p:cNvGrpSpPr/>
          <p:nvPr userDrawn="1"/>
        </p:nvGrpSpPr>
        <p:grpSpPr>
          <a:xfrm>
            <a:off x="1213538" y="2960016"/>
            <a:ext cx="4348277" cy="3060805"/>
            <a:chOff x="1102808" y="1419517"/>
            <a:chExt cx="5383089" cy="3796702"/>
          </a:xfrm>
          <a:solidFill>
            <a:schemeClr val="bg1">
              <a:alpha val="10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2C3740-3515-48DB-B9BC-CF286513563D}"/>
                </a:ext>
              </a:extLst>
            </p:cNvPr>
            <p:cNvGrpSpPr/>
            <p:nvPr/>
          </p:nvGrpSpPr>
          <p:grpSpPr>
            <a:xfrm>
              <a:off x="3564744" y="2898363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E4BB7623-DA04-4BE7-A523-8182FEA18B13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BB34BDE-6A68-423D-A477-F07F19313C29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97017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832730-2028-4E64-9108-8502A44148A9}"/>
                </a:ext>
              </a:extLst>
            </p:cNvPr>
            <p:cNvGrpSpPr/>
            <p:nvPr/>
          </p:nvGrpSpPr>
          <p:grpSpPr>
            <a:xfrm>
              <a:off x="1537138" y="3468044"/>
              <a:ext cx="188449" cy="1391622"/>
              <a:chOff x="10641180" y="-97372"/>
              <a:chExt cx="247650" cy="1828800"/>
            </a:xfrm>
            <a:grpFill/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4ACA74F3-9852-465B-B34B-43DF741C26F3}"/>
                  </a:ext>
                </a:extLst>
              </p:cNvPr>
              <p:cNvSpPr/>
              <p:nvPr/>
            </p:nvSpPr>
            <p:spPr>
              <a:xfrm>
                <a:off x="10751289" y="-97372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A43D949C-C10A-4151-8284-48F99C4B0B3C}"/>
                  </a:ext>
                </a:extLst>
              </p:cNvPr>
              <p:cNvSpPr/>
              <p:nvPr/>
            </p:nvSpPr>
            <p:spPr>
              <a:xfrm>
                <a:off x="10641180" y="509010"/>
                <a:ext cx="247650" cy="759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203F07-9019-4B35-ADDF-163B5E78A552}"/>
                </a:ext>
              </a:extLst>
            </p:cNvPr>
            <p:cNvGrpSpPr/>
            <p:nvPr/>
          </p:nvGrpSpPr>
          <p:grpSpPr>
            <a:xfrm>
              <a:off x="4244956" y="2379454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BD7D43E-A367-4533-A09E-26C3C5B13758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4E264C05-7750-49FF-8CF5-55F537CF367F}"/>
                  </a:ext>
                </a:extLst>
              </p:cNvPr>
              <p:cNvSpPr/>
              <p:nvPr/>
            </p:nvSpPr>
            <p:spPr>
              <a:xfrm>
                <a:off x="10641180" y="494815"/>
                <a:ext cx="247650" cy="1611559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79101B3-7DA7-4024-BEA7-E12D6EB51FC6}"/>
                </a:ext>
              </a:extLst>
            </p:cNvPr>
            <p:cNvGrpSpPr/>
            <p:nvPr/>
          </p:nvGrpSpPr>
          <p:grpSpPr>
            <a:xfrm>
              <a:off x="4916748" y="1757491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3E772851-13CA-43AD-AAE9-00E4E8066565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E49E143D-AFEA-4BCC-A48C-872B07D2C133}"/>
                  </a:ext>
                </a:extLst>
              </p:cNvPr>
              <p:cNvSpPr/>
              <p:nvPr/>
            </p:nvSpPr>
            <p:spPr>
              <a:xfrm>
                <a:off x="10641180" y="820641"/>
                <a:ext cx="247650" cy="959907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AE5C6B-4937-4E4D-B1E5-269C32590ACC}"/>
                </a:ext>
              </a:extLst>
            </p:cNvPr>
            <p:cNvGrpSpPr/>
            <p:nvPr/>
          </p:nvGrpSpPr>
          <p:grpSpPr>
            <a:xfrm>
              <a:off x="1976173" y="3527844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AA9C3DB5-43B5-4AC9-88CE-DCBE0732B4C9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2F6D5303-7217-4B36-A5D7-6A81FEEAA232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49F5BF-D581-4D96-9D29-95DB1C40BD36}"/>
                </a:ext>
              </a:extLst>
            </p:cNvPr>
            <p:cNvGrpSpPr/>
            <p:nvPr/>
          </p:nvGrpSpPr>
          <p:grpSpPr>
            <a:xfrm>
              <a:off x="2673093" y="3824597"/>
              <a:ext cx="188449" cy="1391622"/>
              <a:chOff x="10630391" y="1182550"/>
              <a:chExt cx="247650" cy="1828800"/>
            </a:xfrm>
            <a:grpFill/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EF45A6FE-A365-4B13-913F-FF015943170B}"/>
                  </a:ext>
                </a:extLst>
              </p:cNvPr>
              <p:cNvSpPr/>
              <p:nvPr/>
            </p:nvSpPr>
            <p:spPr>
              <a:xfrm>
                <a:off x="10722133" y="11825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E921FBB2-5C1C-4FFD-8D57-1A00AEC25DA9}"/>
                  </a:ext>
                </a:extLst>
              </p:cNvPr>
              <p:cNvSpPr/>
              <p:nvPr/>
            </p:nvSpPr>
            <p:spPr>
              <a:xfrm>
                <a:off x="10630391" y="1455616"/>
                <a:ext cx="247650" cy="7242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F8A5DA-F9FE-4245-920C-18629E38E4F8}"/>
                </a:ext>
              </a:extLst>
            </p:cNvPr>
            <p:cNvGrpSpPr/>
            <p:nvPr/>
          </p:nvGrpSpPr>
          <p:grpSpPr>
            <a:xfrm>
              <a:off x="4916748" y="1881571"/>
              <a:ext cx="188449" cy="1391622"/>
              <a:chOff x="10662618" y="438150"/>
              <a:chExt cx="247650" cy="1828800"/>
            </a:xfrm>
            <a:grpFill/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30AB3DED-75B4-45AF-ABE1-A733C5254EB0}"/>
                  </a:ext>
                </a:extLst>
              </p:cNvPr>
              <p:cNvSpPr/>
              <p:nvPr/>
            </p:nvSpPr>
            <p:spPr>
              <a:xfrm>
                <a:off x="10772727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44FDF777-1A9E-46DB-9601-C33C64ECFD7F}"/>
                  </a:ext>
                </a:extLst>
              </p:cNvPr>
              <p:cNvSpPr/>
              <p:nvPr/>
            </p:nvSpPr>
            <p:spPr>
              <a:xfrm>
                <a:off x="10662618" y="736515"/>
                <a:ext cx="247650" cy="101490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9BACA28-CBFA-4E8D-8A14-7CECA1EB3029}"/>
                </a:ext>
              </a:extLst>
            </p:cNvPr>
            <p:cNvGrpSpPr/>
            <p:nvPr/>
          </p:nvGrpSpPr>
          <p:grpSpPr>
            <a:xfrm>
              <a:off x="4469241" y="2121847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E99A938A-52A8-4BB9-ACAC-6E510CDD8B0F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64F99C1-39DD-46B3-B02A-4FAC625B71E7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8937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DCF0ECB-5B3E-43C9-90E1-9A755A9F299C}"/>
                </a:ext>
              </a:extLst>
            </p:cNvPr>
            <p:cNvGrpSpPr/>
            <p:nvPr/>
          </p:nvGrpSpPr>
          <p:grpSpPr>
            <a:xfrm>
              <a:off x="4685783" y="2027235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AB61FF3-CA49-473C-A8EE-0142BC171D18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8AAE6F60-FC0C-4AAF-97F7-37AB22BB44E4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7A7B06A-DF44-4AD1-81BE-E0A019C511DC}"/>
                </a:ext>
              </a:extLst>
            </p:cNvPr>
            <p:cNvGrpSpPr/>
            <p:nvPr/>
          </p:nvGrpSpPr>
          <p:grpSpPr>
            <a:xfrm>
              <a:off x="2217350" y="3528766"/>
              <a:ext cx="188449" cy="1391622"/>
              <a:chOff x="10653055" y="438150"/>
              <a:chExt cx="247650" cy="1828800"/>
            </a:xfrm>
            <a:grpFill/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42FD01E-CEB0-47CA-AD70-F5EF908D9DFA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E4C7DC0A-1F6A-4D76-9375-15BD1C70FF55}"/>
                  </a:ext>
                </a:extLst>
              </p:cNvPr>
              <p:cNvSpPr/>
              <p:nvPr/>
            </p:nvSpPr>
            <p:spPr>
              <a:xfrm>
                <a:off x="10653055" y="682991"/>
                <a:ext cx="247650" cy="105667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BCA299-6AE5-48A2-8550-CDA44B2DA536}"/>
                </a:ext>
              </a:extLst>
            </p:cNvPr>
            <p:cNvGrpSpPr/>
            <p:nvPr/>
          </p:nvGrpSpPr>
          <p:grpSpPr>
            <a:xfrm>
              <a:off x="2440455" y="3979819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8AB0286-71E9-4882-8678-9153FED38EB0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9A0804D6-AD13-466B-B473-1A0BE1DD0846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1190C-BCB8-4961-97D5-A7F9C330F90C}"/>
                </a:ext>
              </a:extLst>
            </p:cNvPr>
            <p:cNvGrpSpPr/>
            <p:nvPr/>
          </p:nvGrpSpPr>
          <p:grpSpPr>
            <a:xfrm>
              <a:off x="1317620" y="3801808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75498A1B-F0D6-400C-BBCC-4ACB11BEA073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B286B35-1360-4CE3-9BA1-697ECD5BBDD3}"/>
                  </a:ext>
                </a:extLst>
              </p:cNvPr>
              <p:cNvSpPr/>
              <p:nvPr/>
            </p:nvSpPr>
            <p:spPr>
              <a:xfrm>
                <a:off x="10641180" y="519299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BAB6AF-518C-4D0D-8713-756C11FDF074}"/>
                </a:ext>
              </a:extLst>
            </p:cNvPr>
            <p:cNvGrpSpPr/>
            <p:nvPr/>
          </p:nvGrpSpPr>
          <p:grpSpPr>
            <a:xfrm>
              <a:off x="1102808" y="4055614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8C232E70-BD9B-4D4C-B2D7-422F3D23558B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C4CA7BC6-9891-46CB-A993-CBF6F027C3EB}"/>
                  </a:ext>
                </a:extLst>
              </p:cNvPr>
              <p:cNvSpPr/>
              <p:nvPr/>
            </p:nvSpPr>
            <p:spPr>
              <a:xfrm>
                <a:off x="10641180" y="357773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694A376-F279-47E9-86A4-081A3D4942E2}"/>
                </a:ext>
              </a:extLst>
            </p:cNvPr>
            <p:cNvGrpSpPr/>
            <p:nvPr/>
          </p:nvGrpSpPr>
          <p:grpSpPr>
            <a:xfrm>
              <a:off x="6297448" y="1419517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9E8D22E-906E-4F98-A528-33111AA095CA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4E3A3F2-199D-4777-AD81-0D105600D319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7CACF56-EEF3-470C-B308-5F80B9F45404}"/>
                </a:ext>
              </a:extLst>
            </p:cNvPr>
            <p:cNvGrpSpPr/>
            <p:nvPr/>
          </p:nvGrpSpPr>
          <p:grpSpPr>
            <a:xfrm>
              <a:off x="5615340" y="1500297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2AFAA53D-0D6E-4C55-8814-E5DCBC36EA14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89AF3859-2CD6-4167-8D74-C2728953592D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5752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63C937-6949-4715-BE39-28F66F38265B}"/>
                </a:ext>
              </a:extLst>
            </p:cNvPr>
            <p:cNvGrpSpPr/>
            <p:nvPr/>
          </p:nvGrpSpPr>
          <p:grpSpPr>
            <a:xfrm>
              <a:off x="5378386" y="1777351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FC90F32-188D-4E1A-9DE3-97BDD66FA06F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D9C5D5C0-DDD0-43D1-82BC-64B45F7CD875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A8BA88-804C-4ABC-9976-9A1156D5ACCA}"/>
                </a:ext>
              </a:extLst>
            </p:cNvPr>
            <p:cNvGrpSpPr/>
            <p:nvPr/>
          </p:nvGrpSpPr>
          <p:grpSpPr>
            <a:xfrm>
              <a:off x="5836292" y="185950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C28136FC-04AE-413B-B43C-B054C9C63986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759CDD2-7810-42AD-A64D-95CA2A8273E3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981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D8FB4AF-6BEA-4BBC-BBC7-656B087707D8}"/>
                </a:ext>
              </a:extLst>
            </p:cNvPr>
            <p:cNvGrpSpPr/>
            <p:nvPr/>
          </p:nvGrpSpPr>
          <p:grpSpPr>
            <a:xfrm>
              <a:off x="5161382" y="1476120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75A358F4-2573-4206-882D-C1E2ED88188D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F3E42F7-F846-4450-8210-7C6862E68696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C80E25A-5B25-4B94-AD46-AACC9B146C22}"/>
                </a:ext>
              </a:extLst>
            </p:cNvPr>
            <p:cNvGrpSpPr/>
            <p:nvPr/>
          </p:nvGrpSpPr>
          <p:grpSpPr>
            <a:xfrm>
              <a:off x="1758760" y="35235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0F0498C-0AE9-4C1A-AFF7-4160B7834AC1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64C0B0C-238A-4851-BFD2-94B66E031CD0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83795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2E168D-D205-4A54-8D66-157DF5AE8C96}"/>
                </a:ext>
              </a:extLst>
            </p:cNvPr>
            <p:cNvGrpSpPr/>
            <p:nvPr/>
          </p:nvGrpSpPr>
          <p:grpSpPr>
            <a:xfrm>
              <a:off x="2890003" y="373638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606D6F3F-D16F-421B-B513-617E0ECF0E1B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929EEB28-FDEE-43AA-AA1A-BD86BE745666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4412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D0B381-435B-4CAD-A07D-A2C0A1AEC8D6}"/>
                </a:ext>
              </a:extLst>
            </p:cNvPr>
            <p:cNvGrpSpPr/>
            <p:nvPr/>
          </p:nvGrpSpPr>
          <p:grpSpPr>
            <a:xfrm>
              <a:off x="3127455" y="3327948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F75C118-54DB-4620-9968-886B251DF25C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28D5725F-C862-48E1-8153-9C1E5F642524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8437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AE4F1A-AF00-452F-B70D-802EE70F9A2A}"/>
                </a:ext>
              </a:extLst>
            </p:cNvPr>
            <p:cNvGrpSpPr/>
            <p:nvPr/>
          </p:nvGrpSpPr>
          <p:grpSpPr>
            <a:xfrm>
              <a:off x="3351373" y="311128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DF9C44C-9084-442C-AC91-6841AF810CDB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66DCBBF2-0F61-47E7-AF24-8A924B264DDC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E899445-F237-42CE-AF79-A0B4F14447DC}"/>
                </a:ext>
              </a:extLst>
            </p:cNvPr>
            <p:cNvGrpSpPr/>
            <p:nvPr/>
          </p:nvGrpSpPr>
          <p:grpSpPr>
            <a:xfrm>
              <a:off x="4028873" y="333999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9972A998-667E-458E-8CDA-6A58053A6687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8E5E3818-E5C4-47D8-924D-1F2C97394D0F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9621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9ED4EC9-993D-47AE-8678-1B4F1545A618}"/>
                </a:ext>
              </a:extLst>
            </p:cNvPr>
            <p:cNvGrpSpPr/>
            <p:nvPr/>
          </p:nvGrpSpPr>
          <p:grpSpPr>
            <a:xfrm>
              <a:off x="3780152" y="34249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308DB118-4E59-40D0-9E16-5738C8FDED78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C868BB4-C851-4F5C-B60A-329132579981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36338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992C526-58B9-4A6F-AA23-738D55BA973D}"/>
                </a:ext>
              </a:extLst>
            </p:cNvPr>
            <p:cNvGrpSpPr/>
            <p:nvPr/>
          </p:nvGrpSpPr>
          <p:grpSpPr>
            <a:xfrm>
              <a:off x="6056432" y="1499565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D6CA93D-3744-4D49-8E2E-A52847527F86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69910D7-B978-45ED-AC4D-E9038025E415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82577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23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86DCE200-6A5B-44AD-8BA4-39183B76E3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2000" y="1582965"/>
            <a:ext cx="3200400" cy="46273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4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E4A3078-4588-4E96-86C1-13F599F5C29B}"/>
              </a:ext>
            </a:extLst>
          </p:cNvPr>
          <p:cNvGrpSpPr/>
          <p:nvPr userDrawn="1"/>
        </p:nvGrpSpPr>
        <p:grpSpPr>
          <a:xfrm>
            <a:off x="271205" y="1859091"/>
            <a:ext cx="4838803" cy="2658595"/>
            <a:chOff x="-548507" y="477868"/>
            <a:chExt cx="11570449" cy="635717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060D33-271A-468B-9987-4BA96254D49D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19508C-C132-47CB-8BA1-2A0C4356D266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5E587BD-ED49-4D3E-96E2-11ACD04E777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972E355-A917-4604-8BBF-F5E216D7B5C4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4DD70C-BD3B-4509-B4EE-DF26E1A80A4E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47FDFAE-AB58-447C-86FC-1351A6601EC8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D3A8D91F-7660-4232-81FE-488DC2AC4ED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EF83A023-B3B0-44BD-92B9-E72787A810A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9993162-7871-4AA5-9A8F-A51AD4605BD0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1B1681F-8DC6-46A8-BFB1-76A007AC4FD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2BCFCF77-A335-4EF0-85DC-03901286AFD8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1B4593F-6DA3-4D30-B277-F7D30889740F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1" name="그림 개체 틀 2">
            <a:extLst>
              <a:ext uri="{FF2B5EF4-FFF2-40B4-BE49-F238E27FC236}">
                <a16:creationId xmlns:a16="http://schemas.microsoft.com/office/drawing/2014/main" id="{8461A13D-1299-4FAD-978B-612262665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69870" y="2006556"/>
            <a:ext cx="3426249" cy="21147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86DCE200-6A5B-44AD-8BA4-39183B76E3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47825" y="1514757"/>
            <a:ext cx="3751192" cy="21147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7" name="그림 개체 틀 2">
            <a:extLst>
              <a:ext uri="{FF2B5EF4-FFF2-40B4-BE49-F238E27FC236}">
                <a16:creationId xmlns:a16="http://schemas.microsoft.com/office/drawing/2014/main" id="{81A1402A-7868-4896-AF74-EEABBC31797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89141" y="2737691"/>
            <a:ext cx="939337" cy="15207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291E9-382B-4112-ACC6-C5D173E3D86C}"/>
              </a:ext>
            </a:extLst>
          </p:cNvPr>
          <p:cNvSpPr/>
          <p:nvPr userDrawn="1"/>
        </p:nvSpPr>
        <p:spPr>
          <a:xfrm>
            <a:off x="0" y="4756308"/>
            <a:ext cx="12192000" cy="2118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1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A6BFBA-0B81-43EC-82B3-3C7685798270}"/>
              </a:ext>
            </a:extLst>
          </p:cNvPr>
          <p:cNvSpPr/>
          <p:nvPr userDrawn="1"/>
        </p:nvSpPr>
        <p:spPr>
          <a:xfrm>
            <a:off x="0" y="942689"/>
            <a:ext cx="8190689" cy="5915313"/>
          </a:xfrm>
          <a:custGeom>
            <a:avLst/>
            <a:gdLst>
              <a:gd name="connsiteX0" fmla="*/ 1864468 w 7960468"/>
              <a:gd name="connsiteY0" fmla="*/ 0 h 5749047"/>
              <a:gd name="connsiteX1" fmla="*/ 7960468 w 7960468"/>
              <a:gd name="connsiteY1" fmla="*/ 5749047 h 5749047"/>
              <a:gd name="connsiteX2" fmla="*/ 6404991 w 7960468"/>
              <a:gd name="connsiteY2" fmla="*/ 5749047 h 5749047"/>
              <a:gd name="connsiteX3" fmla="*/ 1864468 w 7960468"/>
              <a:gd name="connsiteY3" fmla="*/ 1466948 h 5749047"/>
              <a:gd name="connsiteX4" fmla="*/ 0 w 7960468"/>
              <a:gd name="connsiteY4" fmla="*/ 0 h 5749047"/>
              <a:gd name="connsiteX5" fmla="*/ 6096000 w 7960468"/>
              <a:gd name="connsiteY5" fmla="*/ 5749047 h 5749047"/>
              <a:gd name="connsiteX6" fmla="*/ 0 w 7960468"/>
              <a:gd name="connsiteY6" fmla="*/ 5749047 h 574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60468" h="5749047">
                <a:moveTo>
                  <a:pt x="1864468" y="0"/>
                </a:moveTo>
                <a:lnTo>
                  <a:pt x="7960468" y="5749047"/>
                </a:lnTo>
                <a:lnTo>
                  <a:pt x="6404991" y="5749047"/>
                </a:lnTo>
                <a:lnTo>
                  <a:pt x="1864468" y="1466948"/>
                </a:lnTo>
                <a:close/>
                <a:moveTo>
                  <a:pt x="0" y="0"/>
                </a:moveTo>
                <a:lnTo>
                  <a:pt x="6096000" y="5749047"/>
                </a:lnTo>
                <a:lnTo>
                  <a:pt x="0" y="574904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3B45EF-370E-440A-A20B-2942D298C9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08954"/>
            <a:ext cx="7960468" cy="5749047"/>
          </a:xfrm>
          <a:custGeom>
            <a:avLst/>
            <a:gdLst>
              <a:gd name="connsiteX0" fmla="*/ 1864468 w 7960468"/>
              <a:gd name="connsiteY0" fmla="*/ 0 h 5749047"/>
              <a:gd name="connsiteX1" fmla="*/ 7960468 w 7960468"/>
              <a:gd name="connsiteY1" fmla="*/ 5749047 h 5749047"/>
              <a:gd name="connsiteX2" fmla="*/ 6404991 w 7960468"/>
              <a:gd name="connsiteY2" fmla="*/ 5749047 h 5749047"/>
              <a:gd name="connsiteX3" fmla="*/ 1864468 w 7960468"/>
              <a:gd name="connsiteY3" fmla="*/ 1466948 h 5749047"/>
              <a:gd name="connsiteX4" fmla="*/ 0 w 7960468"/>
              <a:gd name="connsiteY4" fmla="*/ 0 h 5749047"/>
              <a:gd name="connsiteX5" fmla="*/ 6096000 w 7960468"/>
              <a:gd name="connsiteY5" fmla="*/ 5749047 h 5749047"/>
              <a:gd name="connsiteX6" fmla="*/ 0 w 7960468"/>
              <a:gd name="connsiteY6" fmla="*/ 5749047 h 574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60468" h="5749047">
                <a:moveTo>
                  <a:pt x="1864468" y="0"/>
                </a:moveTo>
                <a:lnTo>
                  <a:pt x="7960468" y="5749047"/>
                </a:lnTo>
                <a:lnTo>
                  <a:pt x="6404991" y="5749047"/>
                </a:lnTo>
                <a:lnTo>
                  <a:pt x="1864468" y="1466948"/>
                </a:lnTo>
                <a:close/>
                <a:moveTo>
                  <a:pt x="0" y="0"/>
                </a:moveTo>
                <a:lnTo>
                  <a:pt x="6096000" y="5749047"/>
                </a:lnTo>
                <a:lnTo>
                  <a:pt x="0" y="574904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40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2B35F45-00CB-4203-B075-872C639D402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22283" y="1354778"/>
            <a:ext cx="6150293" cy="3448050"/>
          </a:xfrm>
          <a:custGeom>
            <a:avLst/>
            <a:gdLst>
              <a:gd name="connsiteX0" fmla="*/ 2106931 w 6150293"/>
              <a:gd name="connsiteY0" fmla="*/ 0 h 3448050"/>
              <a:gd name="connsiteX1" fmla="*/ 6150293 w 6150293"/>
              <a:gd name="connsiteY1" fmla="*/ 0 h 3448050"/>
              <a:gd name="connsiteX2" fmla="*/ 4042410 w 6150293"/>
              <a:gd name="connsiteY2" fmla="*/ 3448050 h 3448050"/>
              <a:gd name="connsiteX3" fmla="*/ 0 w 6150293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50293" h="3448050">
                <a:moveTo>
                  <a:pt x="2106931" y="0"/>
                </a:moveTo>
                <a:lnTo>
                  <a:pt x="6150293" y="0"/>
                </a:lnTo>
                <a:lnTo>
                  <a:pt x="4042410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0AF9A2D-6BC2-414E-9FA2-2BCC6B6CEC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8638" y="1354778"/>
            <a:ext cx="4429125" cy="3448050"/>
          </a:xfrm>
          <a:custGeom>
            <a:avLst/>
            <a:gdLst>
              <a:gd name="connsiteX0" fmla="*/ 0 w 4429125"/>
              <a:gd name="connsiteY0" fmla="*/ 0 h 3448050"/>
              <a:gd name="connsiteX1" fmla="*/ 4429125 w 4429125"/>
              <a:gd name="connsiteY1" fmla="*/ 0 h 3448050"/>
              <a:gd name="connsiteX2" fmla="*/ 2322195 w 4429125"/>
              <a:gd name="connsiteY2" fmla="*/ 3448050 h 3448050"/>
              <a:gd name="connsiteX3" fmla="*/ 0 w 4429125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9125" h="3448050">
                <a:moveTo>
                  <a:pt x="0" y="0"/>
                </a:moveTo>
                <a:lnTo>
                  <a:pt x="4429125" y="0"/>
                </a:lnTo>
                <a:lnTo>
                  <a:pt x="2322195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2A5C04A-4DC0-45FF-8695-531CFED7EA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36142" y="1354778"/>
            <a:ext cx="4426268" cy="3448050"/>
          </a:xfrm>
          <a:custGeom>
            <a:avLst/>
            <a:gdLst>
              <a:gd name="connsiteX0" fmla="*/ 2107883 w 4426268"/>
              <a:gd name="connsiteY0" fmla="*/ 0 h 3448050"/>
              <a:gd name="connsiteX1" fmla="*/ 4426268 w 4426268"/>
              <a:gd name="connsiteY1" fmla="*/ 0 h 3448050"/>
              <a:gd name="connsiteX2" fmla="*/ 4426268 w 4426268"/>
              <a:gd name="connsiteY2" fmla="*/ 3448050 h 3448050"/>
              <a:gd name="connsiteX3" fmla="*/ 0 w 4426268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6268" h="3448050">
                <a:moveTo>
                  <a:pt x="2107883" y="0"/>
                </a:moveTo>
                <a:lnTo>
                  <a:pt x="4426268" y="0"/>
                </a:lnTo>
                <a:lnTo>
                  <a:pt x="4426268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FA46197D-1598-4D3F-9547-3133C1271A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59620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E028B6F-D647-4878-B4BB-2D1F673AEFD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24584" y="11386"/>
            <a:ext cx="7767416" cy="6777596"/>
          </a:xfrm>
          <a:custGeom>
            <a:avLst/>
            <a:gdLst>
              <a:gd name="connsiteX0" fmla="*/ 7767416 w 7767416"/>
              <a:gd name="connsiteY0" fmla="*/ 1399861 h 6777596"/>
              <a:gd name="connsiteX1" fmla="*/ 7767416 w 7767416"/>
              <a:gd name="connsiteY1" fmla="*/ 2360732 h 6777596"/>
              <a:gd name="connsiteX2" fmla="*/ 5766870 w 7767416"/>
              <a:gd name="connsiteY2" fmla="*/ 6058701 h 6777596"/>
              <a:gd name="connsiteX3" fmla="*/ 5364742 w 7767416"/>
              <a:gd name="connsiteY3" fmla="*/ 5841156 h 6777596"/>
              <a:gd name="connsiteX4" fmla="*/ 7767416 w 7767416"/>
              <a:gd name="connsiteY4" fmla="*/ 241367 h 6777596"/>
              <a:gd name="connsiteX5" fmla="*/ 7767416 w 7767416"/>
              <a:gd name="connsiteY5" fmla="*/ 1202237 h 6777596"/>
              <a:gd name="connsiteX6" fmla="*/ 5008532 w 7767416"/>
              <a:gd name="connsiteY6" fmla="*/ 6301980 h 6777596"/>
              <a:gd name="connsiteX7" fmla="*/ 4606405 w 7767416"/>
              <a:gd name="connsiteY7" fmla="*/ 6084435 h 6777596"/>
              <a:gd name="connsiteX8" fmla="*/ 7271266 w 7767416"/>
              <a:gd name="connsiteY8" fmla="*/ 0 h 6777596"/>
              <a:gd name="connsiteX9" fmla="*/ 7767416 w 7767416"/>
              <a:gd name="connsiteY9" fmla="*/ 0 h 6777596"/>
              <a:gd name="connsiteX10" fmla="*/ 7767416 w 7767416"/>
              <a:gd name="connsiteY10" fmla="*/ 43746 h 6777596"/>
              <a:gd name="connsiteX11" fmla="*/ 4124504 w 7767416"/>
              <a:gd name="connsiteY11" fmla="*/ 6777596 h 6777596"/>
              <a:gd name="connsiteX12" fmla="*/ 3722377 w 7767416"/>
              <a:gd name="connsiteY12" fmla="*/ 6560053 h 6777596"/>
              <a:gd name="connsiteX13" fmla="*/ 6644537 w 7767416"/>
              <a:gd name="connsiteY13" fmla="*/ 0 h 6777596"/>
              <a:gd name="connsiteX14" fmla="*/ 7164353 w 7767416"/>
              <a:gd name="connsiteY14" fmla="*/ 0 h 6777596"/>
              <a:gd name="connsiteX15" fmla="*/ 3936690 w 7767416"/>
              <a:gd name="connsiteY15" fmla="*/ 5966271 h 6777596"/>
              <a:gd name="connsiteX16" fmla="*/ 3534563 w 7767416"/>
              <a:gd name="connsiteY16" fmla="*/ 5748726 h 6777596"/>
              <a:gd name="connsiteX17" fmla="*/ 6017810 w 7767416"/>
              <a:gd name="connsiteY17" fmla="*/ 0 h 6777596"/>
              <a:gd name="connsiteX18" fmla="*/ 6537626 w 7767416"/>
              <a:gd name="connsiteY18" fmla="*/ 0 h 6777596"/>
              <a:gd name="connsiteX19" fmla="*/ 3371597 w 7767416"/>
              <a:gd name="connsiteY19" fmla="*/ 5852342 h 6777596"/>
              <a:gd name="connsiteX20" fmla="*/ 2969470 w 7767416"/>
              <a:gd name="connsiteY20" fmla="*/ 5634798 h 6777596"/>
              <a:gd name="connsiteX21" fmla="*/ 5391082 w 7767416"/>
              <a:gd name="connsiteY21" fmla="*/ 0 h 6777596"/>
              <a:gd name="connsiteX22" fmla="*/ 5910897 w 7767416"/>
              <a:gd name="connsiteY22" fmla="*/ 0 h 6777596"/>
              <a:gd name="connsiteX23" fmla="*/ 3063713 w 7767416"/>
              <a:gd name="connsiteY23" fmla="*/ 5262964 h 6777596"/>
              <a:gd name="connsiteX24" fmla="*/ 2661586 w 7767416"/>
              <a:gd name="connsiteY24" fmla="*/ 5045420 h 6777596"/>
              <a:gd name="connsiteX25" fmla="*/ 4764354 w 7767416"/>
              <a:gd name="connsiteY25" fmla="*/ 0 h 6777596"/>
              <a:gd name="connsiteX26" fmla="*/ 5284169 w 7767416"/>
              <a:gd name="connsiteY26" fmla="*/ 0 h 6777596"/>
              <a:gd name="connsiteX27" fmla="*/ 2900020 w 7767416"/>
              <a:gd name="connsiteY27" fmla="*/ 4407053 h 6777596"/>
              <a:gd name="connsiteX28" fmla="*/ 2497893 w 7767416"/>
              <a:gd name="connsiteY28" fmla="*/ 4189509 h 6777596"/>
              <a:gd name="connsiteX29" fmla="*/ 4137627 w 7767416"/>
              <a:gd name="connsiteY29" fmla="*/ 0 h 6777596"/>
              <a:gd name="connsiteX30" fmla="*/ 4657442 w 7767416"/>
              <a:gd name="connsiteY30" fmla="*/ 0 h 6777596"/>
              <a:gd name="connsiteX31" fmla="*/ 2118158 w 7767416"/>
              <a:gd name="connsiteY31" fmla="*/ 4693817 h 6777596"/>
              <a:gd name="connsiteX32" fmla="*/ 1716031 w 7767416"/>
              <a:gd name="connsiteY32" fmla="*/ 4476272 h 6777596"/>
              <a:gd name="connsiteX33" fmla="*/ 3510898 w 7767416"/>
              <a:gd name="connsiteY33" fmla="*/ 0 h 6777596"/>
              <a:gd name="connsiteX34" fmla="*/ 4030714 w 7767416"/>
              <a:gd name="connsiteY34" fmla="*/ 0 h 6777596"/>
              <a:gd name="connsiteX35" fmla="*/ 1997663 w 7767416"/>
              <a:gd name="connsiteY35" fmla="*/ 3758054 h 6777596"/>
              <a:gd name="connsiteX36" fmla="*/ 1595536 w 7767416"/>
              <a:gd name="connsiteY36" fmla="*/ 3540509 h 6777596"/>
              <a:gd name="connsiteX37" fmla="*/ 2884170 w 7767416"/>
              <a:gd name="connsiteY37" fmla="*/ 0 h 6777596"/>
              <a:gd name="connsiteX38" fmla="*/ 3403986 w 7767416"/>
              <a:gd name="connsiteY38" fmla="*/ 0 h 6777596"/>
              <a:gd name="connsiteX39" fmla="*/ 1715921 w 7767416"/>
              <a:gd name="connsiteY39" fmla="*/ 3120354 h 6777596"/>
              <a:gd name="connsiteX40" fmla="*/ 1313794 w 7767416"/>
              <a:gd name="connsiteY40" fmla="*/ 2902810 h 6777596"/>
              <a:gd name="connsiteX41" fmla="*/ 2257443 w 7767416"/>
              <a:gd name="connsiteY41" fmla="*/ 0 h 6777596"/>
              <a:gd name="connsiteX42" fmla="*/ 2777258 w 7767416"/>
              <a:gd name="connsiteY42" fmla="*/ 0 h 6777596"/>
              <a:gd name="connsiteX43" fmla="*/ 1541206 w 7767416"/>
              <a:gd name="connsiteY43" fmla="*/ 2284819 h 6777596"/>
              <a:gd name="connsiteX44" fmla="*/ 1139079 w 7767416"/>
              <a:gd name="connsiteY44" fmla="*/ 2067274 h 6777596"/>
              <a:gd name="connsiteX45" fmla="*/ 1630716 w 7767416"/>
              <a:gd name="connsiteY45" fmla="*/ 0 h 6777596"/>
              <a:gd name="connsiteX46" fmla="*/ 2150531 w 7767416"/>
              <a:gd name="connsiteY46" fmla="*/ 0 h 6777596"/>
              <a:gd name="connsiteX47" fmla="*/ 840733 w 7767416"/>
              <a:gd name="connsiteY47" fmla="*/ 2421135 h 6777596"/>
              <a:gd name="connsiteX48" fmla="*/ 438606 w 7767416"/>
              <a:gd name="connsiteY48" fmla="*/ 2203590 h 6777596"/>
              <a:gd name="connsiteX49" fmla="*/ 1003987 w 7767416"/>
              <a:gd name="connsiteY49" fmla="*/ 0 h 6777596"/>
              <a:gd name="connsiteX50" fmla="*/ 1523803 w 7767416"/>
              <a:gd name="connsiteY50" fmla="*/ 0 h 6777596"/>
              <a:gd name="connsiteX51" fmla="*/ 584934 w 7767416"/>
              <a:gd name="connsiteY51" fmla="*/ 1735481 h 6777596"/>
              <a:gd name="connsiteX52" fmla="*/ 182807 w 7767416"/>
              <a:gd name="connsiteY52" fmla="*/ 1517936 h 6777596"/>
              <a:gd name="connsiteX53" fmla="*/ 377260 w 7767416"/>
              <a:gd name="connsiteY53" fmla="*/ 0 h 6777596"/>
              <a:gd name="connsiteX54" fmla="*/ 897075 w 7767416"/>
              <a:gd name="connsiteY54" fmla="*/ 0 h 6777596"/>
              <a:gd name="connsiteX55" fmla="*/ 402127 w 7767416"/>
              <a:gd name="connsiteY55" fmla="*/ 914901 h 6777596"/>
              <a:gd name="connsiteX56" fmla="*/ 0 w 7767416"/>
              <a:gd name="connsiteY56" fmla="*/ 697357 h 677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767416" h="6777596">
                <a:moveTo>
                  <a:pt x="7767416" y="1399861"/>
                </a:moveTo>
                <a:lnTo>
                  <a:pt x="7767416" y="2360732"/>
                </a:lnTo>
                <a:lnTo>
                  <a:pt x="5766870" y="6058701"/>
                </a:lnTo>
                <a:lnTo>
                  <a:pt x="5364742" y="5841156"/>
                </a:lnTo>
                <a:close/>
                <a:moveTo>
                  <a:pt x="7767416" y="241367"/>
                </a:moveTo>
                <a:lnTo>
                  <a:pt x="7767416" y="1202237"/>
                </a:lnTo>
                <a:lnTo>
                  <a:pt x="5008532" y="6301980"/>
                </a:lnTo>
                <a:lnTo>
                  <a:pt x="4606405" y="6084435"/>
                </a:lnTo>
                <a:close/>
                <a:moveTo>
                  <a:pt x="7271266" y="0"/>
                </a:moveTo>
                <a:lnTo>
                  <a:pt x="7767416" y="0"/>
                </a:lnTo>
                <a:lnTo>
                  <a:pt x="7767416" y="43746"/>
                </a:lnTo>
                <a:lnTo>
                  <a:pt x="4124504" y="6777596"/>
                </a:lnTo>
                <a:lnTo>
                  <a:pt x="3722377" y="6560053"/>
                </a:lnTo>
                <a:close/>
                <a:moveTo>
                  <a:pt x="6644537" y="0"/>
                </a:moveTo>
                <a:lnTo>
                  <a:pt x="7164353" y="0"/>
                </a:lnTo>
                <a:lnTo>
                  <a:pt x="3936690" y="5966271"/>
                </a:lnTo>
                <a:lnTo>
                  <a:pt x="3534563" y="5748726"/>
                </a:lnTo>
                <a:close/>
                <a:moveTo>
                  <a:pt x="6017810" y="0"/>
                </a:moveTo>
                <a:lnTo>
                  <a:pt x="6537626" y="0"/>
                </a:lnTo>
                <a:lnTo>
                  <a:pt x="3371597" y="5852342"/>
                </a:lnTo>
                <a:lnTo>
                  <a:pt x="2969470" y="5634798"/>
                </a:lnTo>
                <a:close/>
                <a:moveTo>
                  <a:pt x="5391082" y="0"/>
                </a:moveTo>
                <a:lnTo>
                  <a:pt x="5910897" y="0"/>
                </a:lnTo>
                <a:lnTo>
                  <a:pt x="3063713" y="5262964"/>
                </a:lnTo>
                <a:lnTo>
                  <a:pt x="2661586" y="5045420"/>
                </a:lnTo>
                <a:close/>
                <a:moveTo>
                  <a:pt x="4764354" y="0"/>
                </a:moveTo>
                <a:lnTo>
                  <a:pt x="5284169" y="0"/>
                </a:lnTo>
                <a:lnTo>
                  <a:pt x="2900020" y="4407053"/>
                </a:lnTo>
                <a:lnTo>
                  <a:pt x="2497893" y="4189509"/>
                </a:lnTo>
                <a:close/>
                <a:moveTo>
                  <a:pt x="4137627" y="0"/>
                </a:moveTo>
                <a:lnTo>
                  <a:pt x="4657442" y="0"/>
                </a:lnTo>
                <a:lnTo>
                  <a:pt x="2118158" y="4693817"/>
                </a:lnTo>
                <a:lnTo>
                  <a:pt x="1716031" y="4476272"/>
                </a:lnTo>
                <a:close/>
                <a:moveTo>
                  <a:pt x="3510898" y="0"/>
                </a:moveTo>
                <a:lnTo>
                  <a:pt x="4030714" y="0"/>
                </a:lnTo>
                <a:lnTo>
                  <a:pt x="1997663" y="3758054"/>
                </a:lnTo>
                <a:lnTo>
                  <a:pt x="1595536" y="3540509"/>
                </a:lnTo>
                <a:close/>
                <a:moveTo>
                  <a:pt x="2884170" y="0"/>
                </a:moveTo>
                <a:lnTo>
                  <a:pt x="3403986" y="0"/>
                </a:lnTo>
                <a:lnTo>
                  <a:pt x="1715921" y="3120354"/>
                </a:lnTo>
                <a:lnTo>
                  <a:pt x="1313794" y="2902810"/>
                </a:lnTo>
                <a:close/>
                <a:moveTo>
                  <a:pt x="2257443" y="0"/>
                </a:moveTo>
                <a:lnTo>
                  <a:pt x="2777258" y="0"/>
                </a:lnTo>
                <a:lnTo>
                  <a:pt x="1541206" y="2284819"/>
                </a:lnTo>
                <a:lnTo>
                  <a:pt x="1139079" y="2067274"/>
                </a:lnTo>
                <a:close/>
                <a:moveTo>
                  <a:pt x="1630716" y="0"/>
                </a:moveTo>
                <a:lnTo>
                  <a:pt x="2150531" y="0"/>
                </a:lnTo>
                <a:lnTo>
                  <a:pt x="840733" y="2421135"/>
                </a:lnTo>
                <a:lnTo>
                  <a:pt x="438606" y="2203590"/>
                </a:lnTo>
                <a:close/>
                <a:moveTo>
                  <a:pt x="1003987" y="0"/>
                </a:moveTo>
                <a:lnTo>
                  <a:pt x="1523803" y="0"/>
                </a:lnTo>
                <a:lnTo>
                  <a:pt x="584934" y="1735481"/>
                </a:lnTo>
                <a:lnTo>
                  <a:pt x="182807" y="1517936"/>
                </a:lnTo>
                <a:close/>
                <a:moveTo>
                  <a:pt x="377260" y="0"/>
                </a:moveTo>
                <a:lnTo>
                  <a:pt x="897075" y="0"/>
                </a:lnTo>
                <a:lnTo>
                  <a:pt x="402127" y="914901"/>
                </a:lnTo>
                <a:lnTo>
                  <a:pt x="0" y="6973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172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31EAEB9F-11FD-4A38-A858-5235F8507B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8638" y="551833"/>
            <a:ext cx="5317686" cy="4185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337EED-6D2F-4724-A299-87463BE129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5676" y="2134199"/>
            <a:ext cx="5317686" cy="4185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186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1A6D4F-FC45-4108-AABF-2153E98FEC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511468" cy="6858000"/>
          </a:xfrm>
          <a:custGeom>
            <a:avLst/>
            <a:gdLst>
              <a:gd name="connsiteX0" fmla="*/ 3705667 w 9511468"/>
              <a:gd name="connsiteY0" fmla="*/ 0 h 6858000"/>
              <a:gd name="connsiteX1" fmla="*/ 9511468 w 9511468"/>
              <a:gd name="connsiteY1" fmla="*/ 0 h 6858000"/>
              <a:gd name="connsiteX2" fmla="*/ 4549568 w 9511468"/>
              <a:gd name="connsiteY2" fmla="*/ 6858000 h 6858000"/>
              <a:gd name="connsiteX3" fmla="*/ 0 w 9511468"/>
              <a:gd name="connsiteY3" fmla="*/ 6858000 h 6858000"/>
              <a:gd name="connsiteX4" fmla="*/ 0 w 9511468"/>
              <a:gd name="connsiteY4" fmla="*/ 51217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1468" h="6858000">
                <a:moveTo>
                  <a:pt x="3705667" y="0"/>
                </a:moveTo>
                <a:lnTo>
                  <a:pt x="9511468" y="0"/>
                </a:lnTo>
                <a:lnTo>
                  <a:pt x="4549568" y="6858000"/>
                </a:lnTo>
                <a:lnTo>
                  <a:pt x="0" y="6858000"/>
                </a:lnTo>
                <a:lnTo>
                  <a:pt x="0" y="512172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186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337EED-6D2F-4724-A299-87463BE129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9480" y="1157591"/>
            <a:ext cx="10893040" cy="454281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44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964E96-60CB-4686-890C-74DB60B28B94}"/>
              </a:ext>
            </a:extLst>
          </p:cNvPr>
          <p:cNvSpPr/>
          <p:nvPr userDrawn="1"/>
        </p:nvSpPr>
        <p:spPr>
          <a:xfrm>
            <a:off x="826852" y="0"/>
            <a:ext cx="4562272" cy="41731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31EAEB9F-11FD-4A38-A858-5235F8507B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90281" y="3287949"/>
            <a:ext cx="8874868" cy="29223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108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9AA8BA-F171-4BD8-A11D-2DC0122F65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80714" y="121525"/>
            <a:ext cx="8411286" cy="6736476"/>
          </a:xfrm>
          <a:custGeom>
            <a:avLst/>
            <a:gdLst>
              <a:gd name="connsiteX0" fmla="*/ 5699762 w 8411286"/>
              <a:gd name="connsiteY0" fmla="*/ 5934811 h 6736476"/>
              <a:gd name="connsiteX1" fmla="*/ 5699473 w 8411286"/>
              <a:gd name="connsiteY1" fmla="*/ 5964269 h 6736476"/>
              <a:gd name="connsiteX2" fmla="*/ 5704951 w 8411286"/>
              <a:gd name="connsiteY2" fmla="*/ 6001406 h 6736476"/>
              <a:gd name="connsiteX3" fmla="*/ 5700507 w 8411286"/>
              <a:gd name="connsiteY3" fmla="*/ 5913361 h 6736476"/>
              <a:gd name="connsiteX4" fmla="*/ 5699940 w 8411286"/>
              <a:gd name="connsiteY4" fmla="*/ 5916657 h 6736476"/>
              <a:gd name="connsiteX5" fmla="*/ 5699858 w 8411286"/>
              <a:gd name="connsiteY5" fmla="*/ 5924998 h 6736476"/>
              <a:gd name="connsiteX6" fmla="*/ 6937173 w 8411286"/>
              <a:gd name="connsiteY6" fmla="*/ 0 h 6736476"/>
              <a:gd name="connsiteX7" fmla="*/ 7112847 w 8411286"/>
              <a:gd name="connsiteY7" fmla="*/ 0 h 6736476"/>
              <a:gd name="connsiteX8" fmla="*/ 7165550 w 8411286"/>
              <a:gd name="connsiteY8" fmla="*/ 31998 h 6736476"/>
              <a:gd name="connsiteX9" fmla="*/ 7230172 w 8411286"/>
              <a:gd name="connsiteY9" fmla="*/ 147441 h 6736476"/>
              <a:gd name="connsiteX10" fmla="*/ 7308598 w 8411286"/>
              <a:gd name="connsiteY10" fmla="*/ 296136 h 6736476"/>
              <a:gd name="connsiteX11" fmla="*/ 7361927 w 8411286"/>
              <a:gd name="connsiteY11" fmla="*/ 334407 h 6736476"/>
              <a:gd name="connsiteX12" fmla="*/ 7786681 w 8411286"/>
              <a:gd name="connsiteY12" fmla="*/ 1054668 h 6736476"/>
              <a:gd name="connsiteX13" fmla="*/ 7843148 w 8411286"/>
              <a:gd name="connsiteY13" fmla="*/ 1247910 h 6736476"/>
              <a:gd name="connsiteX14" fmla="*/ 7989333 w 8411286"/>
              <a:gd name="connsiteY14" fmla="*/ 1492598 h 6736476"/>
              <a:gd name="connsiteX15" fmla="*/ 8255980 w 8411286"/>
              <a:gd name="connsiteY15" fmla="*/ 2013344 h 6736476"/>
              <a:gd name="connsiteX16" fmla="*/ 8328759 w 8411286"/>
              <a:gd name="connsiteY16" fmla="*/ 2595576 h 6736476"/>
              <a:gd name="connsiteX17" fmla="*/ 8394636 w 8411286"/>
              <a:gd name="connsiteY17" fmla="*/ 3388617 h 6736476"/>
              <a:gd name="connsiteX18" fmla="*/ 8411286 w 8411286"/>
              <a:gd name="connsiteY18" fmla="*/ 3449238 h 6736476"/>
              <a:gd name="connsiteX19" fmla="*/ 8411286 w 8411286"/>
              <a:gd name="connsiteY19" fmla="*/ 6736476 h 6736476"/>
              <a:gd name="connsiteX20" fmla="*/ 7208192 w 8411286"/>
              <a:gd name="connsiteY20" fmla="*/ 6736476 h 6736476"/>
              <a:gd name="connsiteX21" fmla="*/ 7224525 w 8411286"/>
              <a:gd name="connsiteY21" fmla="*/ 6699435 h 6736476"/>
              <a:gd name="connsiteX22" fmla="*/ 7211350 w 8411286"/>
              <a:gd name="connsiteY22" fmla="*/ 6671829 h 6736476"/>
              <a:gd name="connsiteX23" fmla="*/ 7184371 w 8411286"/>
              <a:gd name="connsiteY23" fmla="*/ 6683122 h 6736476"/>
              <a:gd name="connsiteX24" fmla="*/ 7158021 w 8411286"/>
              <a:gd name="connsiteY24" fmla="*/ 6721394 h 6736476"/>
              <a:gd name="connsiteX25" fmla="*/ 7140347 w 8411286"/>
              <a:gd name="connsiteY25" fmla="*/ 6736476 h 6736476"/>
              <a:gd name="connsiteX26" fmla="*/ 7106917 w 8411286"/>
              <a:gd name="connsiteY26" fmla="*/ 6736476 h 6736476"/>
              <a:gd name="connsiteX27" fmla="*/ 7103015 w 8411286"/>
              <a:gd name="connsiteY27" fmla="*/ 6712307 h 6736476"/>
              <a:gd name="connsiteX28" fmla="*/ 7059519 w 8411286"/>
              <a:gd name="connsiteY28" fmla="*/ 6580228 h 6736476"/>
              <a:gd name="connsiteX29" fmla="*/ 7043833 w 8411286"/>
              <a:gd name="connsiteY29" fmla="*/ 6663045 h 6736476"/>
              <a:gd name="connsiteX30" fmla="*/ 7051205 w 8411286"/>
              <a:gd name="connsiteY30" fmla="*/ 6724845 h 6736476"/>
              <a:gd name="connsiteX31" fmla="*/ 7052770 w 8411286"/>
              <a:gd name="connsiteY31" fmla="*/ 6736476 h 6736476"/>
              <a:gd name="connsiteX32" fmla="*/ 6976399 w 8411286"/>
              <a:gd name="connsiteY32" fmla="*/ 6736476 h 6736476"/>
              <a:gd name="connsiteX33" fmla="*/ 6969171 w 8411286"/>
              <a:gd name="connsiteY33" fmla="*/ 6722022 h 6736476"/>
              <a:gd name="connsiteX34" fmla="*/ 6965668 w 8411286"/>
              <a:gd name="connsiteY34" fmla="*/ 6736476 h 6736476"/>
              <a:gd name="connsiteX35" fmla="*/ 5912639 w 8411286"/>
              <a:gd name="connsiteY35" fmla="*/ 6736476 h 6736476"/>
              <a:gd name="connsiteX36" fmla="*/ 5766309 w 8411286"/>
              <a:gd name="connsiteY36" fmla="*/ 6264493 h 6736476"/>
              <a:gd name="connsiteX37" fmla="*/ 5730397 w 8411286"/>
              <a:gd name="connsiteY37" fmla="*/ 6316172 h 6736476"/>
              <a:gd name="connsiteX38" fmla="*/ 5716685 w 8411286"/>
              <a:gd name="connsiteY38" fmla="*/ 6345706 h 6736476"/>
              <a:gd name="connsiteX39" fmla="*/ 5642847 w 8411286"/>
              <a:gd name="connsiteY39" fmla="*/ 6530301 h 6736476"/>
              <a:gd name="connsiteX40" fmla="*/ 5571861 w 8411286"/>
              <a:gd name="connsiteY40" fmla="*/ 6640910 h 6736476"/>
              <a:gd name="connsiteX41" fmla="*/ 5532211 w 8411286"/>
              <a:gd name="connsiteY41" fmla="*/ 6736476 h 6736476"/>
              <a:gd name="connsiteX42" fmla="*/ 5291750 w 8411286"/>
              <a:gd name="connsiteY42" fmla="*/ 6736476 h 6736476"/>
              <a:gd name="connsiteX43" fmla="*/ 5314799 w 8411286"/>
              <a:gd name="connsiteY43" fmla="*/ 6682196 h 6736476"/>
              <a:gd name="connsiteX44" fmla="*/ 5336949 w 8411286"/>
              <a:gd name="connsiteY44" fmla="*/ 6127357 h 6736476"/>
              <a:gd name="connsiteX45" fmla="*/ 5305304 w 8411286"/>
              <a:gd name="connsiteY45" fmla="*/ 6110481 h 6736476"/>
              <a:gd name="connsiteX46" fmla="*/ 5111217 w 8411286"/>
              <a:gd name="connsiteY46" fmla="*/ 6218074 h 6736476"/>
              <a:gd name="connsiteX47" fmla="*/ 5080627 w 8411286"/>
              <a:gd name="connsiteY47" fmla="*/ 6304567 h 6736476"/>
              <a:gd name="connsiteX48" fmla="*/ 5130204 w 8411286"/>
              <a:gd name="connsiteY48" fmla="*/ 6400558 h 6736476"/>
              <a:gd name="connsiteX49" fmla="*/ 5197713 w 8411286"/>
              <a:gd name="connsiteY49" fmla="*/ 6657933 h 6736476"/>
              <a:gd name="connsiteX50" fmla="*/ 5190329 w 8411286"/>
              <a:gd name="connsiteY50" fmla="*/ 6723333 h 6736476"/>
              <a:gd name="connsiteX51" fmla="*/ 5190795 w 8411286"/>
              <a:gd name="connsiteY51" fmla="*/ 6736476 h 6736476"/>
              <a:gd name="connsiteX52" fmla="*/ 5114216 w 8411286"/>
              <a:gd name="connsiteY52" fmla="*/ 6736476 h 6736476"/>
              <a:gd name="connsiteX53" fmla="*/ 5090121 w 8411286"/>
              <a:gd name="connsiteY53" fmla="*/ 6712785 h 6736476"/>
              <a:gd name="connsiteX54" fmla="*/ 5078517 w 8411286"/>
              <a:gd name="connsiteY54" fmla="*/ 6664264 h 6736476"/>
              <a:gd name="connsiteX55" fmla="*/ 4997297 w 8411286"/>
              <a:gd name="connsiteY55" fmla="*/ 6540849 h 6736476"/>
              <a:gd name="connsiteX56" fmla="*/ 4908691 w 8411286"/>
              <a:gd name="connsiteY56" fmla="*/ 6426928 h 6736476"/>
              <a:gd name="connsiteX57" fmla="*/ 4889705 w 8411286"/>
              <a:gd name="connsiteY57" fmla="*/ 6356255 h 6736476"/>
              <a:gd name="connsiteX58" fmla="*/ 4786333 w 8411286"/>
              <a:gd name="connsiteY58" fmla="*/ 6299293 h 6736476"/>
              <a:gd name="connsiteX59" fmla="*/ 4495200 w 8411286"/>
              <a:gd name="connsiteY59" fmla="*/ 6323556 h 6736476"/>
              <a:gd name="connsiteX60" fmla="*/ 4150274 w 8411286"/>
              <a:gd name="connsiteY60" fmla="*/ 6322500 h 6736476"/>
              <a:gd name="connsiteX61" fmla="*/ 3989940 w 8411286"/>
              <a:gd name="connsiteY61" fmla="*/ 6338322 h 6736476"/>
              <a:gd name="connsiteX62" fmla="*/ 3937199 w 8411286"/>
              <a:gd name="connsiteY62" fmla="*/ 6367857 h 6736476"/>
              <a:gd name="connsiteX63" fmla="*/ 3891842 w 8411286"/>
              <a:gd name="connsiteY63" fmla="*/ 6415324 h 6736476"/>
              <a:gd name="connsiteX64" fmla="*/ 3810620 w 8411286"/>
              <a:gd name="connsiteY64" fmla="*/ 6455409 h 6736476"/>
              <a:gd name="connsiteX65" fmla="*/ 3670329 w 8411286"/>
              <a:gd name="connsiteY65" fmla="*/ 6521863 h 6736476"/>
              <a:gd name="connsiteX66" fmla="*/ 3665055 w 8411286"/>
              <a:gd name="connsiteY66" fmla="*/ 6555617 h 6736476"/>
              <a:gd name="connsiteX67" fmla="*/ 3677927 w 8411286"/>
              <a:gd name="connsiteY67" fmla="*/ 6663210 h 6736476"/>
              <a:gd name="connsiteX68" fmla="*/ 3699047 w 8411286"/>
              <a:gd name="connsiteY68" fmla="*/ 6736476 h 6736476"/>
              <a:gd name="connsiteX69" fmla="*/ 2645249 w 8411286"/>
              <a:gd name="connsiteY69" fmla="*/ 6736476 h 6736476"/>
              <a:gd name="connsiteX70" fmla="*/ 2742086 w 8411286"/>
              <a:gd name="connsiteY70" fmla="*/ 6647385 h 6736476"/>
              <a:gd name="connsiteX71" fmla="*/ 2743140 w 8411286"/>
              <a:gd name="connsiteY71" fmla="*/ 6603084 h 6736476"/>
              <a:gd name="connsiteX72" fmla="*/ 2687235 w 8411286"/>
              <a:gd name="connsiteY72" fmla="*/ 6550343 h 6736476"/>
              <a:gd name="connsiteX73" fmla="*/ 2540616 w 8411286"/>
              <a:gd name="connsiteY73" fmla="*/ 6362583 h 6736476"/>
              <a:gd name="connsiteX74" fmla="*/ 2301170 w 8411286"/>
              <a:gd name="connsiteY74" fmla="*/ 6031369 h 6736476"/>
              <a:gd name="connsiteX75" fmla="*/ 2170371 w 8411286"/>
              <a:gd name="connsiteY75" fmla="*/ 5803528 h 6736476"/>
              <a:gd name="connsiteX76" fmla="*/ 2008983 w 8411286"/>
              <a:gd name="connsiteY76" fmla="*/ 5434340 h 6736476"/>
              <a:gd name="connsiteX77" fmla="*/ 1746334 w 8411286"/>
              <a:gd name="connsiteY77" fmla="*/ 4914312 h 6736476"/>
              <a:gd name="connsiteX78" fmla="*/ 1717853 w 8411286"/>
              <a:gd name="connsiteY78" fmla="*/ 4846804 h 6736476"/>
              <a:gd name="connsiteX79" fmla="*/ 1620809 w 8411286"/>
              <a:gd name="connsiteY79" fmla="*/ 4780349 h 6736476"/>
              <a:gd name="connsiteX80" fmla="*/ 1502668 w 8411286"/>
              <a:gd name="connsiteY80" fmla="*/ 4732882 h 6736476"/>
              <a:gd name="connsiteX81" fmla="*/ 1431996 w 8411286"/>
              <a:gd name="connsiteY81" fmla="*/ 4659044 h 6736476"/>
              <a:gd name="connsiteX82" fmla="*/ 1147194 w 8411286"/>
              <a:gd name="connsiteY82" fmla="*/ 4510315 h 6736476"/>
              <a:gd name="connsiteX83" fmla="*/ 933065 w 8411286"/>
              <a:gd name="connsiteY83" fmla="*/ 4520863 h 6736476"/>
              <a:gd name="connsiteX84" fmla="*/ 779062 w 8411286"/>
              <a:gd name="connsiteY84" fmla="*/ 4470232 h 6736476"/>
              <a:gd name="connsiteX85" fmla="*/ 715772 w 8411286"/>
              <a:gd name="connsiteY85" fmla="*/ 4415381 h 6736476"/>
              <a:gd name="connsiteX86" fmla="*/ 583919 w 8411286"/>
              <a:gd name="connsiteY86" fmla="*/ 4235007 h 6736476"/>
              <a:gd name="connsiteX87" fmla="*/ 567041 w 8411286"/>
              <a:gd name="connsiteY87" fmla="*/ 3954424 h 6736476"/>
              <a:gd name="connsiteX88" fmla="*/ 635604 w 8411286"/>
              <a:gd name="connsiteY88" fmla="*/ 3848942 h 6736476"/>
              <a:gd name="connsiteX89" fmla="*/ 728428 w 8411286"/>
              <a:gd name="connsiteY89" fmla="*/ 3725527 h 6736476"/>
              <a:gd name="connsiteX90" fmla="*/ 756909 w 8411286"/>
              <a:gd name="connsiteY90" fmla="*/ 3679114 h 6736476"/>
              <a:gd name="connsiteX91" fmla="*/ 798047 w 8411286"/>
              <a:gd name="connsiteY91" fmla="*/ 3627429 h 6736476"/>
              <a:gd name="connsiteX92" fmla="*/ 804376 w 8411286"/>
              <a:gd name="connsiteY92" fmla="*/ 3462877 h 6736476"/>
              <a:gd name="connsiteX93" fmla="*/ 693620 w 8411286"/>
              <a:gd name="connsiteY93" fmla="*/ 3265625 h 6736476"/>
              <a:gd name="connsiteX94" fmla="*/ 730538 w 8411286"/>
              <a:gd name="connsiteY94" fmla="*/ 3218158 h 6736476"/>
              <a:gd name="connsiteX95" fmla="*/ 796992 w 8411286"/>
              <a:gd name="connsiteY95" fmla="*/ 3235034 h 6736476"/>
              <a:gd name="connsiteX96" fmla="*/ 844459 w 8411286"/>
              <a:gd name="connsiteY96" fmla="*/ 3233980 h 6736476"/>
              <a:gd name="connsiteX97" fmla="*/ 841295 w 8411286"/>
              <a:gd name="connsiteY97" fmla="*/ 3199171 h 6736476"/>
              <a:gd name="connsiteX98" fmla="*/ 800158 w 8411286"/>
              <a:gd name="connsiteY98" fmla="*/ 3174911 h 6736476"/>
              <a:gd name="connsiteX99" fmla="*/ 615564 w 8411286"/>
              <a:gd name="connsiteY99" fmla="*/ 3159086 h 6736476"/>
              <a:gd name="connsiteX100" fmla="*/ 235828 w 8411286"/>
              <a:gd name="connsiteY100" fmla="*/ 3056770 h 6736476"/>
              <a:gd name="connsiteX101" fmla="*/ 50177 w 8411286"/>
              <a:gd name="connsiteY101" fmla="*/ 2912259 h 6736476"/>
              <a:gd name="connsiteX102" fmla="*/ 1656 w 8411286"/>
              <a:gd name="connsiteY102" fmla="*/ 2697076 h 6736476"/>
              <a:gd name="connsiteX103" fmla="*/ 103975 w 8411286"/>
              <a:gd name="connsiteY103" fmla="*/ 2348984 h 6736476"/>
              <a:gd name="connsiteX104" fmla="*/ 149331 w 8411286"/>
              <a:gd name="connsiteY104" fmla="*/ 2344764 h 6736476"/>
              <a:gd name="connsiteX105" fmla="*/ 134563 w 8411286"/>
              <a:gd name="connsiteY105" fmla="*/ 2317339 h 6736476"/>
              <a:gd name="connsiteX106" fmla="*/ 191525 w 8411286"/>
              <a:gd name="connsiteY106" fmla="*/ 2400669 h 6736476"/>
              <a:gd name="connsiteX107" fmla="*/ 166208 w 8411286"/>
              <a:gd name="connsiteY107" fmla="*/ 2585263 h 6736476"/>
              <a:gd name="connsiteX108" fmla="*/ 160934 w 8411286"/>
              <a:gd name="connsiteY108" fmla="*/ 2716062 h 6736476"/>
              <a:gd name="connsiteX109" fmla="*/ 207347 w 8411286"/>
              <a:gd name="connsiteY109" fmla="*/ 2771968 h 6736476"/>
              <a:gd name="connsiteX110" fmla="*/ 523794 w 8411286"/>
              <a:gd name="connsiteY110" fmla="*/ 2843695 h 6736476"/>
              <a:gd name="connsiteX111" fmla="*/ 1049096 w 8411286"/>
              <a:gd name="connsiteY111" fmla="*/ 2824709 h 6736476"/>
              <a:gd name="connsiteX112" fmla="*/ 1113439 w 8411286"/>
              <a:gd name="connsiteY112" fmla="*/ 2786736 h 6736476"/>
              <a:gd name="connsiteX113" fmla="*/ 1546971 w 8411286"/>
              <a:gd name="connsiteY113" fmla="*/ 2606360 h 6736476"/>
              <a:gd name="connsiteX114" fmla="*/ 1784306 w 8411286"/>
              <a:gd name="connsiteY114" fmla="*/ 2570497 h 6736476"/>
              <a:gd name="connsiteX115" fmla="*/ 1917215 w 8411286"/>
              <a:gd name="connsiteY115" fmla="*/ 2546234 h 6736476"/>
              <a:gd name="connsiteX116" fmla="*/ 2025860 w 8411286"/>
              <a:gd name="connsiteY116" fmla="*/ 2568387 h 6736476"/>
              <a:gd name="connsiteX117" fmla="*/ 2092315 w 8411286"/>
              <a:gd name="connsiteY117" fmla="*/ 2577879 h 6736476"/>
              <a:gd name="connsiteX118" fmla="*/ 2156659 w 8411286"/>
              <a:gd name="connsiteY118" fmla="*/ 2562057 h 6736476"/>
              <a:gd name="connsiteX119" fmla="*/ 2279017 w 8411286"/>
              <a:gd name="connsiteY119" fmla="*/ 2608470 h 6736476"/>
              <a:gd name="connsiteX120" fmla="*/ 2316992 w 8411286"/>
              <a:gd name="connsiteY120" fmla="*/ 2628512 h 6736476"/>
              <a:gd name="connsiteX121" fmla="*/ 2459391 w 8411286"/>
              <a:gd name="connsiteY121" fmla="*/ 2628512 h 6736476"/>
              <a:gd name="connsiteX122" fmla="*/ 2417198 w 8411286"/>
              <a:gd name="connsiteY122" fmla="*/ 2585263 h 6736476"/>
              <a:gd name="connsiteX123" fmla="*/ 2108138 w 8411286"/>
              <a:gd name="connsiteY123" fmla="*/ 2382739 h 6736476"/>
              <a:gd name="connsiteX124" fmla="*/ 1772704 w 8411286"/>
              <a:gd name="connsiteY124" fmla="*/ 2105321 h 6736476"/>
              <a:gd name="connsiteX125" fmla="*/ 1714689 w 8411286"/>
              <a:gd name="connsiteY125" fmla="*/ 1995618 h 6736476"/>
              <a:gd name="connsiteX126" fmla="*/ 1738949 w 8411286"/>
              <a:gd name="connsiteY126" fmla="*/ 1969247 h 6736476"/>
              <a:gd name="connsiteX127" fmla="*/ 1819115 w 8411286"/>
              <a:gd name="connsiteY127" fmla="*/ 2000892 h 6736476"/>
              <a:gd name="connsiteX128" fmla="*/ 2635547 w 8411286"/>
              <a:gd name="connsiteY128" fmla="*/ 2418601 h 6736476"/>
              <a:gd name="connsiteX129" fmla="*/ 2734702 w 8411286"/>
              <a:gd name="connsiteY129" fmla="*/ 2456576 h 6736476"/>
              <a:gd name="connsiteX130" fmla="*/ 2884487 w 8411286"/>
              <a:gd name="connsiteY130" fmla="*/ 2744543 h 6736476"/>
              <a:gd name="connsiteX131" fmla="*/ 2753688 w 8411286"/>
              <a:gd name="connsiteY131" fmla="*/ 2889052 h 6736476"/>
              <a:gd name="connsiteX132" fmla="*/ 2565930 w 8411286"/>
              <a:gd name="connsiteY132" fmla="*/ 2950231 h 6736476"/>
              <a:gd name="connsiteX133" fmla="*/ 2551164 w 8411286"/>
              <a:gd name="connsiteY133" fmla="*/ 2958672 h 6736476"/>
              <a:gd name="connsiteX134" fmla="*/ 2756852 w 8411286"/>
              <a:gd name="connsiteY134" fmla="*/ 3079977 h 6736476"/>
              <a:gd name="connsiteX135" fmla="*/ 3097560 w 8411286"/>
              <a:gd name="connsiteY135" fmla="*/ 3270899 h 6736476"/>
              <a:gd name="connsiteX136" fmla="*/ 3309581 w 8411286"/>
              <a:gd name="connsiteY136" fmla="*/ 3413300 h 6736476"/>
              <a:gd name="connsiteX137" fmla="*/ 3500503 w 8411286"/>
              <a:gd name="connsiteY137" fmla="*/ 3527221 h 6736476"/>
              <a:gd name="connsiteX138" fmla="*/ 3864417 w 8411286"/>
              <a:gd name="connsiteY138" fmla="*/ 3729747 h 6736476"/>
              <a:gd name="connsiteX139" fmla="*/ 4351744 w 8411286"/>
              <a:gd name="connsiteY139" fmla="*/ 3916449 h 6736476"/>
              <a:gd name="connsiteX140" fmla="*/ 5174507 w 8411286"/>
              <a:gd name="connsiteY140" fmla="*/ 3980795 h 6736476"/>
              <a:gd name="connsiteX141" fmla="*/ 5307035 w 8411286"/>
              <a:gd name="connsiteY141" fmla="*/ 3970823 h 6736476"/>
              <a:gd name="connsiteX142" fmla="*/ 5359406 w 8411286"/>
              <a:gd name="connsiteY142" fmla="*/ 3964465 h 6736476"/>
              <a:gd name="connsiteX143" fmla="*/ 5363328 w 8411286"/>
              <a:gd name="connsiteY143" fmla="*/ 3954536 h 6736476"/>
              <a:gd name="connsiteX144" fmla="*/ 5408815 w 8411286"/>
              <a:gd name="connsiteY144" fmla="*/ 3914382 h 6736476"/>
              <a:gd name="connsiteX145" fmla="*/ 5475947 w 8411286"/>
              <a:gd name="connsiteY145" fmla="*/ 3868581 h 6736476"/>
              <a:gd name="connsiteX146" fmla="*/ 5546216 w 8411286"/>
              <a:gd name="connsiteY146" fmla="*/ 3821527 h 6736476"/>
              <a:gd name="connsiteX147" fmla="*/ 5943364 w 8411286"/>
              <a:gd name="connsiteY147" fmla="*/ 3538566 h 6736476"/>
              <a:gd name="connsiteX148" fmla="*/ 5933953 w 8411286"/>
              <a:gd name="connsiteY148" fmla="*/ 3480218 h 6736476"/>
              <a:gd name="connsiteX149" fmla="*/ 5900701 w 8411286"/>
              <a:gd name="connsiteY149" fmla="*/ 3472062 h 6736476"/>
              <a:gd name="connsiteX150" fmla="*/ 5373053 w 8411286"/>
              <a:gd name="connsiteY150" fmla="*/ 3424378 h 6736476"/>
              <a:gd name="connsiteX151" fmla="*/ 5116444 w 8411286"/>
              <a:gd name="connsiteY151" fmla="*/ 3414967 h 6736476"/>
              <a:gd name="connsiteX152" fmla="*/ 5043038 w 8411286"/>
              <a:gd name="connsiteY152" fmla="*/ 3470807 h 6736476"/>
              <a:gd name="connsiteX153" fmla="*/ 5031745 w 8411286"/>
              <a:gd name="connsiteY153" fmla="*/ 3516607 h 6736476"/>
              <a:gd name="connsiteX154" fmla="*/ 5001629 w 8411286"/>
              <a:gd name="connsiteY154" fmla="*/ 3631422 h 6736476"/>
              <a:gd name="connsiteX155" fmla="*/ 4881167 w 8411286"/>
              <a:gd name="connsiteY155" fmla="*/ 3743101 h 6736476"/>
              <a:gd name="connsiteX156" fmla="*/ 4819682 w 8411286"/>
              <a:gd name="connsiteY156" fmla="*/ 3803959 h 6736476"/>
              <a:gd name="connsiteX157" fmla="*/ 4793958 w 8411286"/>
              <a:gd name="connsiteY157" fmla="*/ 3860425 h 6736476"/>
              <a:gd name="connsiteX158" fmla="*/ 4745021 w 8411286"/>
              <a:gd name="connsiteY158" fmla="*/ 3854779 h 6736476"/>
              <a:gd name="connsiteX159" fmla="*/ 4721806 w 8411286"/>
              <a:gd name="connsiteY159" fmla="*/ 3819644 h 6736476"/>
              <a:gd name="connsiteX160" fmla="*/ 4706748 w 8411286"/>
              <a:gd name="connsiteY160" fmla="*/ 3847877 h 6736476"/>
              <a:gd name="connsiteX161" fmla="*/ 4690436 w 8411286"/>
              <a:gd name="connsiteY161" fmla="*/ 3911246 h 6736476"/>
              <a:gd name="connsiteX162" fmla="*/ 4656557 w 8411286"/>
              <a:gd name="connsiteY162" fmla="*/ 3936968 h 6736476"/>
              <a:gd name="connsiteX163" fmla="*/ 4634597 w 8411286"/>
              <a:gd name="connsiteY163" fmla="*/ 3909363 h 6736476"/>
              <a:gd name="connsiteX164" fmla="*/ 4624559 w 8411286"/>
              <a:gd name="connsiteY164" fmla="*/ 3862935 h 6736476"/>
              <a:gd name="connsiteX165" fmla="*/ 4614520 w 8411286"/>
              <a:gd name="connsiteY165" fmla="*/ 3893677 h 6736476"/>
              <a:gd name="connsiteX166" fmla="*/ 4591306 w 8411286"/>
              <a:gd name="connsiteY166" fmla="*/ 3923165 h 6736476"/>
              <a:gd name="connsiteX167" fmla="*/ 4557426 w 8411286"/>
              <a:gd name="connsiteY167" fmla="*/ 3900579 h 6736476"/>
              <a:gd name="connsiteX168" fmla="*/ 4532330 w 8411286"/>
              <a:gd name="connsiteY168" fmla="*/ 3791410 h 6736476"/>
              <a:gd name="connsiteX169" fmla="*/ 4531703 w 8411286"/>
              <a:gd name="connsiteY169" fmla="*/ 3723023 h 6736476"/>
              <a:gd name="connsiteX170" fmla="*/ 4448885 w 8411286"/>
              <a:gd name="connsiteY170" fmla="*/ 3766942 h 6736476"/>
              <a:gd name="connsiteX171" fmla="*/ 4448885 w 8411286"/>
              <a:gd name="connsiteY171" fmla="*/ 3559898 h 6736476"/>
              <a:gd name="connsiteX172" fmla="*/ 4463316 w 8411286"/>
              <a:gd name="connsiteY172" fmla="*/ 3532919 h 6736476"/>
              <a:gd name="connsiteX173" fmla="*/ 4690436 w 8411286"/>
              <a:gd name="connsiteY173" fmla="*/ 2978920 h 6736476"/>
              <a:gd name="connsiteX174" fmla="*/ 4927595 w 8411286"/>
              <a:gd name="connsiteY174" fmla="*/ 2711019 h 6736476"/>
              <a:gd name="connsiteX175" fmla="*/ 5275805 w 8411286"/>
              <a:gd name="connsiteY175" fmla="*/ 2466331 h 6736476"/>
              <a:gd name="connsiteX176" fmla="*/ 5731929 w 8411286"/>
              <a:gd name="connsiteY176" fmla="*/ 2199683 h 6736476"/>
              <a:gd name="connsiteX177" fmla="*/ 5826667 w 8411286"/>
              <a:gd name="connsiteY177" fmla="*/ 2087378 h 6736476"/>
              <a:gd name="connsiteX178" fmla="*/ 5894427 w 8411286"/>
              <a:gd name="connsiteY178" fmla="*/ 1910450 h 6736476"/>
              <a:gd name="connsiteX179" fmla="*/ 6199972 w 8411286"/>
              <a:gd name="connsiteY179" fmla="*/ 1572278 h 6736476"/>
              <a:gd name="connsiteX180" fmla="*/ 6236363 w 8411286"/>
              <a:gd name="connsiteY180" fmla="*/ 1530869 h 6736476"/>
              <a:gd name="connsiteX181" fmla="*/ 6233226 w 8411286"/>
              <a:gd name="connsiteY181" fmla="*/ 1470012 h 6736476"/>
              <a:gd name="connsiteX182" fmla="*/ 6184288 w 8411286"/>
              <a:gd name="connsiteY182" fmla="*/ 1457463 h 6736476"/>
              <a:gd name="connsiteX183" fmla="*/ 6119666 w 8411286"/>
              <a:gd name="connsiteY183" fmla="*/ 1467501 h 6736476"/>
              <a:gd name="connsiteX184" fmla="*/ 5976616 w 8411286"/>
              <a:gd name="connsiteY184" fmla="*/ 1475658 h 6736476"/>
              <a:gd name="connsiteX185" fmla="*/ 5893799 w 8411286"/>
              <a:gd name="connsiteY185" fmla="*/ 1374646 h 6736476"/>
              <a:gd name="connsiteX186" fmla="*/ 5956539 w 8411286"/>
              <a:gd name="connsiteY186" fmla="*/ 1308140 h 6736476"/>
              <a:gd name="connsiteX187" fmla="*/ 6087040 w 8411286"/>
              <a:gd name="connsiteY187" fmla="*/ 1246654 h 6736476"/>
              <a:gd name="connsiteX188" fmla="*/ 6108999 w 8411286"/>
              <a:gd name="connsiteY188" fmla="*/ 1201481 h 6736476"/>
              <a:gd name="connsiteX189" fmla="*/ 6058807 w 8411286"/>
              <a:gd name="connsiteY189" fmla="*/ 1185169 h 6736476"/>
              <a:gd name="connsiteX190" fmla="*/ 6009869 w 8411286"/>
              <a:gd name="connsiteY190" fmla="*/ 1225323 h 6736476"/>
              <a:gd name="connsiteX191" fmla="*/ 5906347 w 8411286"/>
              <a:gd name="connsiteY191" fmla="*/ 1288691 h 6736476"/>
              <a:gd name="connsiteX192" fmla="*/ 5689266 w 8411286"/>
              <a:gd name="connsiteY192" fmla="*/ 1229087 h 6736476"/>
              <a:gd name="connsiteX193" fmla="*/ 5573823 w 8411286"/>
              <a:gd name="connsiteY193" fmla="*/ 1109880 h 6736476"/>
              <a:gd name="connsiteX194" fmla="*/ 5601428 w 8411286"/>
              <a:gd name="connsiteY194" fmla="*/ 927306 h 6736476"/>
              <a:gd name="connsiteX195" fmla="*/ 5812863 w 8411286"/>
              <a:gd name="connsiteY195" fmla="*/ 805588 h 6736476"/>
              <a:gd name="connsiteX196" fmla="*/ 5938972 w 8411286"/>
              <a:gd name="connsiteY196" fmla="*/ 547725 h 6736476"/>
              <a:gd name="connsiteX197" fmla="*/ 5928306 w 8411286"/>
              <a:gd name="connsiteY197" fmla="*/ 479338 h 6736476"/>
              <a:gd name="connsiteX198" fmla="*/ 5984774 w 8411286"/>
              <a:gd name="connsiteY198" fmla="*/ 344446 h 6736476"/>
              <a:gd name="connsiteX199" fmla="*/ 6093941 w 8411286"/>
              <a:gd name="connsiteY199" fmla="*/ 259746 h 6736476"/>
              <a:gd name="connsiteX200" fmla="*/ 6622844 w 8411286"/>
              <a:gd name="connsiteY200" fmla="*/ 48310 h 6736476"/>
              <a:gd name="connsiteX201" fmla="*/ 6826123 w 8411286"/>
              <a:gd name="connsiteY201" fmla="*/ 37017 h 6736476"/>
              <a:gd name="connsiteX202" fmla="*/ 6937173 w 8411286"/>
              <a:gd name="connsiteY202" fmla="*/ 0 h 673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8411286" h="6736476">
                <a:moveTo>
                  <a:pt x="5699762" y="5934811"/>
                </a:moveTo>
                <a:lnTo>
                  <a:pt x="5699473" y="5964269"/>
                </a:lnTo>
                <a:lnTo>
                  <a:pt x="5704951" y="6001406"/>
                </a:lnTo>
                <a:close/>
                <a:moveTo>
                  <a:pt x="5700507" y="5913361"/>
                </a:moveTo>
                <a:lnTo>
                  <a:pt x="5699940" y="5916657"/>
                </a:lnTo>
                <a:lnTo>
                  <a:pt x="5699858" y="5924998"/>
                </a:lnTo>
                <a:close/>
                <a:moveTo>
                  <a:pt x="6937173" y="0"/>
                </a:moveTo>
                <a:cubicBezTo>
                  <a:pt x="6995523" y="0"/>
                  <a:pt x="7054499" y="0"/>
                  <a:pt x="7112847" y="0"/>
                </a:cubicBezTo>
                <a:cubicBezTo>
                  <a:pt x="7130415" y="10666"/>
                  <a:pt x="7148610" y="20705"/>
                  <a:pt x="7165550" y="31998"/>
                </a:cubicBezTo>
                <a:cubicBezTo>
                  <a:pt x="7205704" y="59603"/>
                  <a:pt x="7230800" y="97248"/>
                  <a:pt x="7230172" y="147441"/>
                </a:cubicBezTo>
                <a:cubicBezTo>
                  <a:pt x="7228918" y="212063"/>
                  <a:pt x="7257779" y="259119"/>
                  <a:pt x="7308598" y="296136"/>
                </a:cubicBezTo>
                <a:cubicBezTo>
                  <a:pt x="7326165" y="309311"/>
                  <a:pt x="7344359" y="321859"/>
                  <a:pt x="7361927" y="334407"/>
                </a:cubicBezTo>
                <a:cubicBezTo>
                  <a:pt x="7612890" y="510081"/>
                  <a:pt x="7769741" y="742220"/>
                  <a:pt x="7786681" y="1054668"/>
                </a:cubicBezTo>
                <a:cubicBezTo>
                  <a:pt x="7790445" y="1124311"/>
                  <a:pt x="7809267" y="1188306"/>
                  <a:pt x="7843148" y="1247910"/>
                </a:cubicBezTo>
                <a:cubicBezTo>
                  <a:pt x="7890203" y="1330099"/>
                  <a:pt x="7939140" y="1412290"/>
                  <a:pt x="7989333" y="1492598"/>
                </a:cubicBezTo>
                <a:cubicBezTo>
                  <a:pt x="8092227" y="1658860"/>
                  <a:pt x="8187592" y="1828886"/>
                  <a:pt x="8255980" y="2013344"/>
                </a:cubicBezTo>
                <a:cubicBezTo>
                  <a:pt x="8324995" y="2201565"/>
                  <a:pt x="8356365" y="2395434"/>
                  <a:pt x="8328759" y="2595576"/>
                </a:cubicBezTo>
                <a:cubicBezTo>
                  <a:pt x="8291114" y="2865361"/>
                  <a:pt x="8316211" y="3128870"/>
                  <a:pt x="8394636" y="3388617"/>
                </a:cubicBezTo>
                <a:lnTo>
                  <a:pt x="8411286" y="3449238"/>
                </a:lnTo>
                <a:lnTo>
                  <a:pt x="8411286" y="6736476"/>
                </a:lnTo>
                <a:lnTo>
                  <a:pt x="7208192" y="6736476"/>
                </a:lnTo>
                <a:lnTo>
                  <a:pt x="7224525" y="6699435"/>
                </a:lnTo>
                <a:cubicBezTo>
                  <a:pt x="7227035" y="6691906"/>
                  <a:pt x="7218879" y="6676220"/>
                  <a:pt x="7211350" y="6671829"/>
                </a:cubicBezTo>
                <a:cubicBezTo>
                  <a:pt x="7206331" y="6668692"/>
                  <a:pt x="7191273" y="6676220"/>
                  <a:pt x="7184371" y="6683122"/>
                </a:cubicBezTo>
                <a:cubicBezTo>
                  <a:pt x="7173706" y="6694415"/>
                  <a:pt x="7168059" y="6710101"/>
                  <a:pt x="7158021" y="6721394"/>
                </a:cubicBezTo>
                <a:lnTo>
                  <a:pt x="7140347" y="6736476"/>
                </a:lnTo>
                <a:lnTo>
                  <a:pt x="7106917" y="6736476"/>
                </a:lnTo>
                <a:lnTo>
                  <a:pt x="7103015" y="6712307"/>
                </a:lnTo>
                <a:cubicBezTo>
                  <a:pt x="7099633" y="6663164"/>
                  <a:pt x="7103750" y="6615520"/>
                  <a:pt x="7059519" y="6580228"/>
                </a:cubicBezTo>
                <a:cubicBezTo>
                  <a:pt x="7051362" y="6607833"/>
                  <a:pt x="7042579" y="6635440"/>
                  <a:pt x="7043833" y="6663045"/>
                </a:cubicBezTo>
                <a:cubicBezTo>
                  <a:pt x="7044775" y="6683750"/>
                  <a:pt x="7047912" y="6704297"/>
                  <a:pt x="7051205" y="6724845"/>
                </a:cubicBezTo>
                <a:lnTo>
                  <a:pt x="7052770" y="6736476"/>
                </a:lnTo>
                <a:lnTo>
                  <a:pt x="6976399" y="6736476"/>
                </a:lnTo>
                <a:lnTo>
                  <a:pt x="6969171" y="6722022"/>
                </a:lnTo>
                <a:lnTo>
                  <a:pt x="6965668" y="6736476"/>
                </a:lnTo>
                <a:lnTo>
                  <a:pt x="5912639" y="6736476"/>
                </a:lnTo>
                <a:lnTo>
                  <a:pt x="5766309" y="6264493"/>
                </a:lnTo>
                <a:lnTo>
                  <a:pt x="5730397" y="6316172"/>
                </a:lnTo>
                <a:cubicBezTo>
                  <a:pt x="5723013" y="6324610"/>
                  <a:pt x="5717739" y="6334104"/>
                  <a:pt x="5716685" y="6345706"/>
                </a:cubicBezTo>
                <a:cubicBezTo>
                  <a:pt x="5710357" y="6415324"/>
                  <a:pt x="5685041" y="6477559"/>
                  <a:pt x="5642847" y="6530301"/>
                </a:cubicBezTo>
                <a:cubicBezTo>
                  <a:pt x="5614895" y="6565638"/>
                  <a:pt x="5591557" y="6602623"/>
                  <a:pt x="5571861" y="6640910"/>
                </a:cubicBezTo>
                <a:lnTo>
                  <a:pt x="5532211" y="6736476"/>
                </a:lnTo>
                <a:lnTo>
                  <a:pt x="5291750" y="6736476"/>
                </a:lnTo>
                <a:lnTo>
                  <a:pt x="5314799" y="6682196"/>
                </a:lnTo>
                <a:cubicBezTo>
                  <a:pt x="5382308" y="6499710"/>
                  <a:pt x="5380195" y="6314062"/>
                  <a:pt x="5336949" y="6127357"/>
                </a:cubicBezTo>
                <a:cubicBezTo>
                  <a:pt x="5331675" y="6105207"/>
                  <a:pt x="5325347" y="6103097"/>
                  <a:pt x="5305304" y="6110481"/>
                </a:cubicBezTo>
                <a:cubicBezTo>
                  <a:pt x="5234633" y="6135798"/>
                  <a:pt x="5171343" y="6172717"/>
                  <a:pt x="5111217" y="6218074"/>
                </a:cubicBezTo>
                <a:cubicBezTo>
                  <a:pt x="5079573" y="6241280"/>
                  <a:pt x="5074299" y="6269759"/>
                  <a:pt x="5080627" y="6304567"/>
                </a:cubicBezTo>
                <a:cubicBezTo>
                  <a:pt x="5086957" y="6341486"/>
                  <a:pt x="5104887" y="6374187"/>
                  <a:pt x="5130204" y="6400558"/>
                </a:cubicBezTo>
                <a:cubicBezTo>
                  <a:pt x="5201931" y="6474395"/>
                  <a:pt x="5216700" y="6560891"/>
                  <a:pt x="5197713" y="6657933"/>
                </a:cubicBezTo>
                <a:cubicBezTo>
                  <a:pt x="5193493" y="6679030"/>
                  <a:pt x="5193493" y="6701183"/>
                  <a:pt x="5190329" y="6723333"/>
                </a:cubicBezTo>
                <a:lnTo>
                  <a:pt x="5190795" y="6736476"/>
                </a:lnTo>
                <a:lnTo>
                  <a:pt x="5114216" y="6736476"/>
                </a:lnTo>
                <a:lnTo>
                  <a:pt x="5090121" y="6712785"/>
                </a:lnTo>
                <a:cubicBezTo>
                  <a:pt x="5075353" y="6701183"/>
                  <a:pt x="5079573" y="6680086"/>
                  <a:pt x="5078517" y="6664264"/>
                </a:cubicBezTo>
                <a:cubicBezTo>
                  <a:pt x="5074299" y="6607302"/>
                  <a:pt x="5052146" y="6565109"/>
                  <a:pt x="4997297" y="6540849"/>
                </a:cubicBezTo>
                <a:cubicBezTo>
                  <a:pt x="4947720" y="6519752"/>
                  <a:pt x="4920293" y="6478613"/>
                  <a:pt x="4908691" y="6426928"/>
                </a:cubicBezTo>
                <a:cubicBezTo>
                  <a:pt x="4903417" y="6402668"/>
                  <a:pt x="4897089" y="6379461"/>
                  <a:pt x="4889705" y="6356255"/>
                </a:cubicBezTo>
                <a:cubicBezTo>
                  <a:pt x="4872826" y="6304567"/>
                  <a:pt x="4840127" y="6286637"/>
                  <a:pt x="4786333" y="6299293"/>
                </a:cubicBezTo>
                <a:cubicBezTo>
                  <a:pt x="4690342" y="6320390"/>
                  <a:pt x="4593300" y="6324610"/>
                  <a:pt x="4495200" y="6323556"/>
                </a:cubicBezTo>
                <a:cubicBezTo>
                  <a:pt x="4380225" y="6323556"/>
                  <a:pt x="4265248" y="6322500"/>
                  <a:pt x="4150274" y="6322500"/>
                </a:cubicBezTo>
                <a:cubicBezTo>
                  <a:pt x="4096479" y="6321446"/>
                  <a:pt x="4042681" y="6329884"/>
                  <a:pt x="3989940" y="6338322"/>
                </a:cubicBezTo>
                <a:cubicBezTo>
                  <a:pt x="3968844" y="6341486"/>
                  <a:pt x="3950911" y="6349927"/>
                  <a:pt x="3937199" y="6367857"/>
                </a:cubicBezTo>
                <a:cubicBezTo>
                  <a:pt x="3924541" y="6384735"/>
                  <a:pt x="3906610" y="6399502"/>
                  <a:pt x="3891842" y="6415324"/>
                </a:cubicBezTo>
                <a:cubicBezTo>
                  <a:pt x="3869692" y="6438530"/>
                  <a:pt x="3846485" y="6454353"/>
                  <a:pt x="3810620" y="6455409"/>
                </a:cubicBezTo>
                <a:cubicBezTo>
                  <a:pt x="3756825" y="6457517"/>
                  <a:pt x="3718850" y="6501820"/>
                  <a:pt x="3670329" y="6521863"/>
                </a:cubicBezTo>
                <a:cubicBezTo>
                  <a:pt x="3656617" y="6528191"/>
                  <a:pt x="3665055" y="6544013"/>
                  <a:pt x="3665055" y="6555617"/>
                </a:cubicBezTo>
                <a:cubicBezTo>
                  <a:pt x="3666637" y="6592536"/>
                  <a:pt x="3670922" y="6628400"/>
                  <a:pt x="3677927" y="6663210"/>
                </a:cubicBezTo>
                <a:lnTo>
                  <a:pt x="3699047" y="6736476"/>
                </a:lnTo>
                <a:lnTo>
                  <a:pt x="2645249" y="6736476"/>
                </a:lnTo>
                <a:lnTo>
                  <a:pt x="2742086" y="6647385"/>
                </a:lnTo>
                <a:cubicBezTo>
                  <a:pt x="2760016" y="6631563"/>
                  <a:pt x="2758962" y="6618907"/>
                  <a:pt x="2743140" y="6603084"/>
                </a:cubicBezTo>
                <a:cubicBezTo>
                  <a:pt x="2724154" y="6585152"/>
                  <a:pt x="2707275" y="6565109"/>
                  <a:pt x="2687235" y="6550343"/>
                </a:cubicBezTo>
                <a:cubicBezTo>
                  <a:pt x="2619725" y="6501820"/>
                  <a:pt x="2572260" y="6437477"/>
                  <a:pt x="2540616" y="6362583"/>
                </a:cubicBezTo>
                <a:cubicBezTo>
                  <a:pt x="2486818" y="6232840"/>
                  <a:pt x="2408763" y="6123139"/>
                  <a:pt x="2301170" y="6031369"/>
                </a:cubicBezTo>
                <a:cubicBezTo>
                  <a:pt x="2231550" y="5972300"/>
                  <a:pt x="2188303" y="5894242"/>
                  <a:pt x="2170371" y="5803528"/>
                </a:cubicBezTo>
                <a:cubicBezTo>
                  <a:pt x="2144000" y="5668511"/>
                  <a:pt x="2083875" y="5547206"/>
                  <a:pt x="2008983" y="5434340"/>
                </a:cubicBezTo>
                <a:cubicBezTo>
                  <a:pt x="1900337" y="5270842"/>
                  <a:pt x="1812788" y="5098906"/>
                  <a:pt x="1746334" y="4914312"/>
                </a:cubicBezTo>
                <a:cubicBezTo>
                  <a:pt x="1737896" y="4891105"/>
                  <a:pt x="1726291" y="4870009"/>
                  <a:pt x="1717853" y="4846804"/>
                </a:cubicBezTo>
                <a:cubicBezTo>
                  <a:pt x="1702030" y="4800391"/>
                  <a:pt x="1680934" y="4769800"/>
                  <a:pt x="1620809" y="4780349"/>
                </a:cubicBezTo>
                <a:cubicBezTo>
                  <a:pt x="1576505" y="4788789"/>
                  <a:pt x="1536423" y="4763472"/>
                  <a:pt x="1502668" y="4732882"/>
                </a:cubicBezTo>
                <a:cubicBezTo>
                  <a:pt x="1477353" y="4709677"/>
                  <a:pt x="1452037" y="4686471"/>
                  <a:pt x="1431996" y="4659044"/>
                </a:cubicBezTo>
                <a:cubicBezTo>
                  <a:pt x="1362377" y="4559892"/>
                  <a:pt x="1263225" y="4520863"/>
                  <a:pt x="1147194" y="4510315"/>
                </a:cubicBezTo>
                <a:cubicBezTo>
                  <a:pt x="1074410" y="4502930"/>
                  <a:pt x="1003736" y="4505041"/>
                  <a:pt x="933065" y="4520863"/>
                </a:cubicBezTo>
                <a:cubicBezTo>
                  <a:pt x="872940" y="4533521"/>
                  <a:pt x="819143" y="4522973"/>
                  <a:pt x="779062" y="4470232"/>
                </a:cubicBezTo>
                <a:cubicBezTo>
                  <a:pt x="762183" y="4447025"/>
                  <a:pt x="740030" y="4429093"/>
                  <a:pt x="715772" y="4415381"/>
                </a:cubicBezTo>
                <a:cubicBezTo>
                  <a:pt x="644042" y="4375298"/>
                  <a:pt x="603960" y="4313062"/>
                  <a:pt x="583919" y="4235007"/>
                </a:cubicBezTo>
                <a:cubicBezTo>
                  <a:pt x="560713" y="4142182"/>
                  <a:pt x="536452" y="4050412"/>
                  <a:pt x="567041" y="3954424"/>
                </a:cubicBezTo>
                <a:cubicBezTo>
                  <a:pt x="580753" y="3912231"/>
                  <a:pt x="599742" y="3876367"/>
                  <a:pt x="635604" y="3848942"/>
                </a:cubicBezTo>
                <a:cubicBezTo>
                  <a:pt x="677797" y="3817297"/>
                  <a:pt x="711552" y="3777214"/>
                  <a:pt x="728428" y="3725527"/>
                </a:cubicBezTo>
                <a:cubicBezTo>
                  <a:pt x="733703" y="3708651"/>
                  <a:pt x="746361" y="3693882"/>
                  <a:pt x="756909" y="3679114"/>
                </a:cubicBezTo>
                <a:cubicBezTo>
                  <a:pt x="769567" y="3661184"/>
                  <a:pt x="784336" y="3645361"/>
                  <a:pt x="798047" y="3627429"/>
                </a:cubicBezTo>
                <a:cubicBezTo>
                  <a:pt x="857117" y="3550427"/>
                  <a:pt x="857117" y="3540933"/>
                  <a:pt x="804376" y="3462877"/>
                </a:cubicBezTo>
                <a:cubicBezTo>
                  <a:pt x="762183" y="3399588"/>
                  <a:pt x="719990" y="3337352"/>
                  <a:pt x="693620" y="3265625"/>
                </a:cubicBezTo>
                <a:cubicBezTo>
                  <a:pt x="682015" y="3232924"/>
                  <a:pt x="694676" y="3214994"/>
                  <a:pt x="730538" y="3218158"/>
                </a:cubicBezTo>
                <a:cubicBezTo>
                  <a:pt x="752691" y="3220268"/>
                  <a:pt x="774841" y="3228706"/>
                  <a:pt x="796992" y="3235034"/>
                </a:cubicBezTo>
                <a:cubicBezTo>
                  <a:pt x="812814" y="3239254"/>
                  <a:pt x="831803" y="3246638"/>
                  <a:pt x="844459" y="3233980"/>
                </a:cubicBezTo>
                <a:cubicBezTo>
                  <a:pt x="849733" y="3228706"/>
                  <a:pt x="845513" y="3210773"/>
                  <a:pt x="841295" y="3199171"/>
                </a:cubicBezTo>
                <a:cubicBezTo>
                  <a:pt x="833911" y="3181239"/>
                  <a:pt x="818088" y="3171744"/>
                  <a:pt x="800158" y="3174911"/>
                </a:cubicBezTo>
                <a:cubicBezTo>
                  <a:pt x="736870" y="3185457"/>
                  <a:pt x="676741" y="3169637"/>
                  <a:pt x="615564" y="3159086"/>
                </a:cubicBezTo>
                <a:cubicBezTo>
                  <a:pt x="485819" y="3136936"/>
                  <a:pt x="356076" y="3112675"/>
                  <a:pt x="235828" y="3056770"/>
                </a:cubicBezTo>
                <a:cubicBezTo>
                  <a:pt x="163044" y="3023015"/>
                  <a:pt x="101864" y="2975548"/>
                  <a:pt x="50177" y="2912259"/>
                </a:cubicBezTo>
                <a:cubicBezTo>
                  <a:pt x="-2564" y="2846859"/>
                  <a:pt x="-2564" y="2773021"/>
                  <a:pt x="1656" y="2697076"/>
                </a:cubicBezTo>
                <a:cubicBezTo>
                  <a:pt x="9041" y="2573661"/>
                  <a:pt x="51233" y="2459740"/>
                  <a:pt x="103975" y="2348984"/>
                </a:cubicBezTo>
                <a:cubicBezTo>
                  <a:pt x="110303" y="2335272"/>
                  <a:pt x="111359" y="2336326"/>
                  <a:pt x="149331" y="2344764"/>
                </a:cubicBezTo>
                <a:cubicBezTo>
                  <a:pt x="148277" y="2333162"/>
                  <a:pt x="127181" y="2332105"/>
                  <a:pt x="134563" y="2317339"/>
                </a:cubicBezTo>
                <a:cubicBezTo>
                  <a:pt x="171482" y="2328941"/>
                  <a:pt x="189415" y="2354258"/>
                  <a:pt x="191525" y="2400669"/>
                </a:cubicBezTo>
                <a:cubicBezTo>
                  <a:pt x="194688" y="2463958"/>
                  <a:pt x="175702" y="2524084"/>
                  <a:pt x="166208" y="2585263"/>
                </a:cubicBezTo>
                <a:cubicBezTo>
                  <a:pt x="158826" y="2628512"/>
                  <a:pt x="149331" y="2671759"/>
                  <a:pt x="160934" y="2716062"/>
                </a:cubicBezTo>
                <a:cubicBezTo>
                  <a:pt x="167264" y="2743487"/>
                  <a:pt x="180976" y="2761419"/>
                  <a:pt x="207347" y="2771968"/>
                </a:cubicBezTo>
                <a:cubicBezTo>
                  <a:pt x="308609" y="2814160"/>
                  <a:pt x="416201" y="2833147"/>
                  <a:pt x="523794" y="2843695"/>
                </a:cubicBezTo>
                <a:cubicBezTo>
                  <a:pt x="698894" y="2860571"/>
                  <a:pt x="875050" y="2857407"/>
                  <a:pt x="1049096" y="2824709"/>
                </a:cubicBezTo>
                <a:cubicBezTo>
                  <a:pt x="1076520" y="2819435"/>
                  <a:pt x="1095507" y="2806776"/>
                  <a:pt x="1113439" y="2786736"/>
                </a:cubicBezTo>
                <a:cubicBezTo>
                  <a:pt x="1227360" y="2653827"/>
                  <a:pt x="1373981" y="2596868"/>
                  <a:pt x="1546971" y="2606360"/>
                </a:cubicBezTo>
                <a:cubicBezTo>
                  <a:pt x="1628193" y="2610580"/>
                  <a:pt x="1706251" y="2588427"/>
                  <a:pt x="1784306" y="2570497"/>
                </a:cubicBezTo>
                <a:cubicBezTo>
                  <a:pt x="1828609" y="2561003"/>
                  <a:pt x="1871856" y="2551508"/>
                  <a:pt x="1917215" y="2546234"/>
                </a:cubicBezTo>
                <a:cubicBezTo>
                  <a:pt x="1956242" y="2542016"/>
                  <a:pt x="1993161" y="2544126"/>
                  <a:pt x="2025860" y="2568387"/>
                </a:cubicBezTo>
                <a:cubicBezTo>
                  <a:pt x="2045902" y="2583153"/>
                  <a:pt x="2069109" y="2584209"/>
                  <a:pt x="2092315" y="2577879"/>
                </a:cubicBezTo>
                <a:cubicBezTo>
                  <a:pt x="2114466" y="2572605"/>
                  <a:pt x="2135562" y="2567331"/>
                  <a:pt x="2156659" y="2562057"/>
                </a:cubicBezTo>
                <a:cubicBezTo>
                  <a:pt x="2208346" y="2548344"/>
                  <a:pt x="2250539" y="2562057"/>
                  <a:pt x="2279017" y="2608470"/>
                </a:cubicBezTo>
                <a:cubicBezTo>
                  <a:pt x="2288512" y="2624292"/>
                  <a:pt x="2299060" y="2628512"/>
                  <a:pt x="2316992" y="2628512"/>
                </a:cubicBezTo>
                <a:cubicBezTo>
                  <a:pt x="2363403" y="2627456"/>
                  <a:pt x="2409816" y="2628512"/>
                  <a:pt x="2459391" y="2628512"/>
                </a:cubicBezTo>
                <a:cubicBezTo>
                  <a:pt x="2449899" y="2607416"/>
                  <a:pt x="2431967" y="2596868"/>
                  <a:pt x="2417198" y="2585263"/>
                </a:cubicBezTo>
                <a:cubicBezTo>
                  <a:pt x="2320156" y="2508261"/>
                  <a:pt x="2210454" y="2451302"/>
                  <a:pt x="2108138" y="2382739"/>
                </a:cubicBezTo>
                <a:cubicBezTo>
                  <a:pt x="1986833" y="2300461"/>
                  <a:pt x="1879240" y="2204473"/>
                  <a:pt x="1772704" y="2105321"/>
                </a:cubicBezTo>
                <a:cubicBezTo>
                  <a:pt x="1741059" y="2075784"/>
                  <a:pt x="1715743" y="2042031"/>
                  <a:pt x="1714689" y="1995618"/>
                </a:cubicBezTo>
                <a:cubicBezTo>
                  <a:pt x="1714689" y="1976632"/>
                  <a:pt x="1718907" y="1969247"/>
                  <a:pt x="1738949" y="1969247"/>
                </a:cubicBezTo>
                <a:cubicBezTo>
                  <a:pt x="1770594" y="1970301"/>
                  <a:pt x="1796965" y="1980850"/>
                  <a:pt x="1819115" y="2000892"/>
                </a:cubicBezTo>
                <a:cubicBezTo>
                  <a:pt x="2052230" y="2217131"/>
                  <a:pt x="2344417" y="2316283"/>
                  <a:pt x="2635547" y="2418601"/>
                </a:cubicBezTo>
                <a:cubicBezTo>
                  <a:pt x="2669302" y="2431260"/>
                  <a:pt x="2703057" y="2441808"/>
                  <a:pt x="2734702" y="2456576"/>
                </a:cubicBezTo>
                <a:cubicBezTo>
                  <a:pt x="2845458" y="2506151"/>
                  <a:pt x="2907692" y="2628512"/>
                  <a:pt x="2884487" y="2744543"/>
                </a:cubicBezTo>
                <a:cubicBezTo>
                  <a:pt x="2869719" y="2818381"/>
                  <a:pt x="2822252" y="2864792"/>
                  <a:pt x="2753688" y="2889052"/>
                </a:cubicBezTo>
                <a:cubicBezTo>
                  <a:pt x="2691453" y="2911205"/>
                  <a:pt x="2628163" y="2930191"/>
                  <a:pt x="2565930" y="2950231"/>
                </a:cubicBezTo>
                <a:cubicBezTo>
                  <a:pt x="2561712" y="2952342"/>
                  <a:pt x="2557492" y="2955505"/>
                  <a:pt x="2551164" y="2958672"/>
                </a:cubicBezTo>
                <a:cubicBezTo>
                  <a:pt x="2617615" y="3005083"/>
                  <a:pt x="2688289" y="3040948"/>
                  <a:pt x="2756852" y="3079977"/>
                </a:cubicBezTo>
                <a:cubicBezTo>
                  <a:pt x="2869719" y="3143266"/>
                  <a:pt x="2985749" y="3204445"/>
                  <a:pt x="3097560" y="3270899"/>
                </a:cubicBezTo>
                <a:cubicBezTo>
                  <a:pt x="3171398" y="3314146"/>
                  <a:pt x="3247345" y="3356339"/>
                  <a:pt x="3309581" y="3413300"/>
                </a:cubicBezTo>
                <a:cubicBezTo>
                  <a:pt x="3366540" y="3466041"/>
                  <a:pt x="3431940" y="3496630"/>
                  <a:pt x="3500503" y="3527221"/>
                </a:cubicBezTo>
                <a:cubicBezTo>
                  <a:pt x="3628136" y="3584180"/>
                  <a:pt x="3748387" y="3653799"/>
                  <a:pt x="3864417" y="3729747"/>
                </a:cubicBezTo>
                <a:cubicBezTo>
                  <a:pt x="4014201" y="3827845"/>
                  <a:pt x="4178752" y="3881641"/>
                  <a:pt x="4351744" y="3916449"/>
                </a:cubicBezTo>
                <a:cubicBezTo>
                  <a:pt x="4622835" y="3971301"/>
                  <a:pt x="4898143" y="3994507"/>
                  <a:pt x="5174507" y="3980795"/>
                </a:cubicBezTo>
                <a:cubicBezTo>
                  <a:pt x="5218810" y="3978685"/>
                  <a:pt x="5262980" y="3975256"/>
                  <a:pt x="5307035" y="3970823"/>
                </a:cubicBezTo>
                <a:lnTo>
                  <a:pt x="5359406" y="3964465"/>
                </a:lnTo>
                <a:lnTo>
                  <a:pt x="5363328" y="3954536"/>
                </a:lnTo>
                <a:cubicBezTo>
                  <a:pt x="5372739" y="3937910"/>
                  <a:pt x="5387169" y="3924107"/>
                  <a:pt x="5408815" y="3914382"/>
                </a:cubicBezTo>
                <a:cubicBezTo>
                  <a:pt x="5433284" y="3903716"/>
                  <a:pt x="5453361" y="3883639"/>
                  <a:pt x="5475947" y="3868581"/>
                </a:cubicBezTo>
                <a:cubicBezTo>
                  <a:pt x="5499161" y="3852897"/>
                  <a:pt x="5520493" y="3833448"/>
                  <a:pt x="5546216" y="3821527"/>
                </a:cubicBezTo>
                <a:cubicBezTo>
                  <a:pt x="5697422" y="3753139"/>
                  <a:pt x="5806590" y="3625776"/>
                  <a:pt x="5943364" y="3538566"/>
                </a:cubicBezTo>
                <a:cubicBezTo>
                  <a:pt x="5966578" y="3524136"/>
                  <a:pt x="5959677" y="3492138"/>
                  <a:pt x="5933953" y="3480218"/>
                </a:cubicBezTo>
                <a:cubicBezTo>
                  <a:pt x="5923915" y="3475826"/>
                  <a:pt x="5911994" y="3473316"/>
                  <a:pt x="5900701" y="3472062"/>
                </a:cubicBezTo>
                <a:cubicBezTo>
                  <a:pt x="5725027" y="3455749"/>
                  <a:pt x="5549353" y="3438181"/>
                  <a:pt x="5373053" y="3424378"/>
                </a:cubicBezTo>
                <a:cubicBezTo>
                  <a:pt x="5287726" y="3417478"/>
                  <a:pt x="5201772" y="3416222"/>
                  <a:pt x="5116444" y="3414967"/>
                </a:cubicBezTo>
                <a:cubicBezTo>
                  <a:pt x="5075036" y="3414341"/>
                  <a:pt x="5055585" y="3431280"/>
                  <a:pt x="5043038" y="3470807"/>
                </a:cubicBezTo>
                <a:cubicBezTo>
                  <a:pt x="5038019" y="3485865"/>
                  <a:pt x="5035508" y="3500923"/>
                  <a:pt x="5031745" y="3516607"/>
                </a:cubicBezTo>
                <a:cubicBezTo>
                  <a:pt x="5022333" y="3554880"/>
                  <a:pt x="5015431" y="3594406"/>
                  <a:pt x="5001629" y="3631422"/>
                </a:cubicBezTo>
                <a:cubicBezTo>
                  <a:pt x="4980924" y="3688516"/>
                  <a:pt x="4943907" y="3729926"/>
                  <a:pt x="4881167" y="3743101"/>
                </a:cubicBezTo>
                <a:cubicBezTo>
                  <a:pt x="4847915" y="3750003"/>
                  <a:pt x="4830347" y="3773216"/>
                  <a:pt x="4819682" y="3803959"/>
                </a:cubicBezTo>
                <a:cubicBezTo>
                  <a:pt x="4813408" y="3823408"/>
                  <a:pt x="4806506" y="3844113"/>
                  <a:pt x="4793958" y="3860425"/>
                </a:cubicBezTo>
                <a:cubicBezTo>
                  <a:pt x="4777645" y="3882384"/>
                  <a:pt x="4758823" y="3877993"/>
                  <a:pt x="4745021" y="3854779"/>
                </a:cubicBezTo>
                <a:cubicBezTo>
                  <a:pt x="4738746" y="3844113"/>
                  <a:pt x="4731218" y="3834074"/>
                  <a:pt x="4721806" y="3819644"/>
                </a:cubicBezTo>
                <a:cubicBezTo>
                  <a:pt x="4714277" y="3833448"/>
                  <a:pt x="4709258" y="3840348"/>
                  <a:pt x="4706748" y="3847877"/>
                </a:cubicBezTo>
                <a:cubicBezTo>
                  <a:pt x="4701102" y="3869209"/>
                  <a:pt x="4699220" y="3891796"/>
                  <a:pt x="4690436" y="3911246"/>
                </a:cubicBezTo>
                <a:cubicBezTo>
                  <a:pt x="4684790" y="3923165"/>
                  <a:pt x="4669104" y="3932577"/>
                  <a:pt x="4656557" y="3936968"/>
                </a:cubicBezTo>
                <a:cubicBezTo>
                  <a:pt x="4652164" y="3938224"/>
                  <a:pt x="4638989" y="3920656"/>
                  <a:pt x="4634597" y="3909363"/>
                </a:cubicBezTo>
                <a:cubicBezTo>
                  <a:pt x="4628950" y="3894932"/>
                  <a:pt x="4627696" y="3878621"/>
                  <a:pt x="4624559" y="3862935"/>
                </a:cubicBezTo>
                <a:cubicBezTo>
                  <a:pt x="4617029" y="3873602"/>
                  <a:pt x="4618284" y="3884895"/>
                  <a:pt x="4614520" y="3893677"/>
                </a:cubicBezTo>
                <a:cubicBezTo>
                  <a:pt x="4608873" y="3905598"/>
                  <a:pt x="4598835" y="3923793"/>
                  <a:pt x="4591306" y="3923165"/>
                </a:cubicBezTo>
                <a:cubicBezTo>
                  <a:pt x="4579386" y="3922539"/>
                  <a:pt x="4560563" y="3911246"/>
                  <a:pt x="4557426" y="3900579"/>
                </a:cubicBezTo>
                <a:cubicBezTo>
                  <a:pt x="4546133" y="3865444"/>
                  <a:pt x="4538605" y="3828427"/>
                  <a:pt x="4532330" y="3791410"/>
                </a:cubicBezTo>
                <a:cubicBezTo>
                  <a:pt x="4529193" y="3771961"/>
                  <a:pt x="4531703" y="3750629"/>
                  <a:pt x="4531703" y="3723023"/>
                </a:cubicBezTo>
                <a:cubicBezTo>
                  <a:pt x="4489039" y="3786391"/>
                  <a:pt x="4489039" y="3786391"/>
                  <a:pt x="4448885" y="3766942"/>
                </a:cubicBezTo>
                <a:cubicBezTo>
                  <a:pt x="4448885" y="3697928"/>
                  <a:pt x="4448885" y="3628913"/>
                  <a:pt x="4448885" y="3559898"/>
                </a:cubicBezTo>
                <a:cubicBezTo>
                  <a:pt x="4453904" y="3551115"/>
                  <a:pt x="4459551" y="3542331"/>
                  <a:pt x="4463316" y="3532919"/>
                </a:cubicBezTo>
                <a:cubicBezTo>
                  <a:pt x="4539232" y="3348463"/>
                  <a:pt x="4617657" y="3164633"/>
                  <a:pt x="4690436" y="2978920"/>
                </a:cubicBezTo>
                <a:cubicBezTo>
                  <a:pt x="4737491" y="2859714"/>
                  <a:pt x="4812780" y="2770622"/>
                  <a:pt x="4927595" y="2711019"/>
                </a:cubicBezTo>
                <a:cubicBezTo>
                  <a:pt x="5054331" y="2645141"/>
                  <a:pt x="5170401" y="2562952"/>
                  <a:pt x="5275805" y="2466331"/>
                </a:cubicBezTo>
                <a:cubicBezTo>
                  <a:pt x="5408815" y="2343987"/>
                  <a:pt x="5557511" y="2251130"/>
                  <a:pt x="5731929" y="2199683"/>
                </a:cubicBezTo>
                <a:cubicBezTo>
                  <a:pt x="5787140" y="2183371"/>
                  <a:pt x="5821021" y="2146982"/>
                  <a:pt x="5826667" y="2087378"/>
                </a:cubicBezTo>
                <a:cubicBezTo>
                  <a:pt x="5832940" y="2022128"/>
                  <a:pt x="5859292" y="1965034"/>
                  <a:pt x="5894427" y="1910450"/>
                </a:cubicBezTo>
                <a:cubicBezTo>
                  <a:pt x="5978499" y="1781204"/>
                  <a:pt x="6077001" y="1665761"/>
                  <a:pt x="6199972" y="1572278"/>
                </a:cubicBezTo>
                <a:cubicBezTo>
                  <a:pt x="6214403" y="1560985"/>
                  <a:pt x="6231344" y="1547182"/>
                  <a:pt x="6236363" y="1530869"/>
                </a:cubicBezTo>
                <a:cubicBezTo>
                  <a:pt x="6242009" y="1512047"/>
                  <a:pt x="6242009" y="1486324"/>
                  <a:pt x="6233226" y="1470012"/>
                </a:cubicBezTo>
                <a:cubicBezTo>
                  <a:pt x="6227579" y="1459972"/>
                  <a:pt x="6201228" y="1456835"/>
                  <a:pt x="6184288" y="1457463"/>
                </a:cubicBezTo>
                <a:cubicBezTo>
                  <a:pt x="6162329" y="1457463"/>
                  <a:pt x="6140997" y="1465619"/>
                  <a:pt x="6119666" y="1467501"/>
                </a:cubicBezTo>
                <a:cubicBezTo>
                  <a:pt x="6071982" y="1471266"/>
                  <a:pt x="6023672" y="1479422"/>
                  <a:pt x="5976616" y="1475658"/>
                </a:cubicBezTo>
                <a:cubicBezTo>
                  <a:pt x="5930816" y="1471893"/>
                  <a:pt x="5898191" y="1425465"/>
                  <a:pt x="5893799" y="1374646"/>
                </a:cubicBezTo>
                <a:cubicBezTo>
                  <a:pt x="5890035" y="1329472"/>
                  <a:pt x="5926425" y="1321943"/>
                  <a:pt x="5956539" y="1308140"/>
                </a:cubicBezTo>
                <a:cubicBezTo>
                  <a:pt x="6000458" y="1288063"/>
                  <a:pt x="6043749" y="1267987"/>
                  <a:pt x="6087040" y="1246654"/>
                </a:cubicBezTo>
                <a:cubicBezTo>
                  <a:pt x="6104608" y="1237870"/>
                  <a:pt x="6119666" y="1224695"/>
                  <a:pt x="6108999" y="1201481"/>
                </a:cubicBezTo>
                <a:cubicBezTo>
                  <a:pt x="6098333" y="1178267"/>
                  <a:pt x="6077629" y="1175758"/>
                  <a:pt x="6058807" y="1185169"/>
                </a:cubicBezTo>
                <a:cubicBezTo>
                  <a:pt x="6040612" y="1194579"/>
                  <a:pt x="6021163" y="1208383"/>
                  <a:pt x="6009869" y="1225323"/>
                </a:cubicBezTo>
                <a:cubicBezTo>
                  <a:pt x="5984146" y="1262340"/>
                  <a:pt x="5950266" y="1282417"/>
                  <a:pt x="5906347" y="1288691"/>
                </a:cubicBezTo>
                <a:cubicBezTo>
                  <a:pt x="5825412" y="1299984"/>
                  <a:pt x="5751378" y="1281162"/>
                  <a:pt x="5689266" y="1229087"/>
                </a:cubicBezTo>
                <a:cubicBezTo>
                  <a:pt x="5647229" y="1193953"/>
                  <a:pt x="5609584" y="1152544"/>
                  <a:pt x="5573823" y="1109880"/>
                </a:cubicBezTo>
                <a:cubicBezTo>
                  <a:pt x="5509199" y="1033965"/>
                  <a:pt x="5517355" y="981262"/>
                  <a:pt x="5601428" y="927306"/>
                </a:cubicBezTo>
                <a:cubicBezTo>
                  <a:pt x="5669815" y="884015"/>
                  <a:pt x="5741339" y="844488"/>
                  <a:pt x="5812863" y="805588"/>
                </a:cubicBezTo>
                <a:cubicBezTo>
                  <a:pt x="5917641" y="748495"/>
                  <a:pt x="5959050" y="665050"/>
                  <a:pt x="5938972" y="547725"/>
                </a:cubicBezTo>
                <a:cubicBezTo>
                  <a:pt x="5935208" y="525139"/>
                  <a:pt x="5930816" y="502552"/>
                  <a:pt x="5928306" y="479338"/>
                </a:cubicBezTo>
                <a:cubicBezTo>
                  <a:pt x="5922660" y="424754"/>
                  <a:pt x="5939599" y="378325"/>
                  <a:pt x="5984774" y="344446"/>
                </a:cubicBezTo>
                <a:cubicBezTo>
                  <a:pt x="6021163" y="316840"/>
                  <a:pt x="6056298" y="286724"/>
                  <a:pt x="6093941" y="259746"/>
                </a:cubicBezTo>
                <a:cubicBezTo>
                  <a:pt x="6252675" y="145558"/>
                  <a:pt x="6425211" y="64622"/>
                  <a:pt x="6622844" y="48310"/>
                </a:cubicBezTo>
                <a:cubicBezTo>
                  <a:pt x="6690603" y="42664"/>
                  <a:pt x="6758991" y="45801"/>
                  <a:pt x="6826123" y="37017"/>
                </a:cubicBezTo>
                <a:cubicBezTo>
                  <a:pt x="6861886" y="36389"/>
                  <a:pt x="6898903" y="14431"/>
                  <a:pt x="69371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8107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855341-7087-46B2-9738-26BDE092C1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1962" y="0"/>
            <a:ext cx="11068076" cy="4046220"/>
          </a:xfrm>
          <a:custGeom>
            <a:avLst/>
            <a:gdLst>
              <a:gd name="connsiteX0" fmla="*/ 0 w 11068076"/>
              <a:gd name="connsiteY0" fmla="*/ 0 h 4046220"/>
              <a:gd name="connsiteX1" fmla="*/ 11068076 w 11068076"/>
              <a:gd name="connsiteY1" fmla="*/ 0 h 4046220"/>
              <a:gd name="connsiteX2" fmla="*/ 10988145 w 11068076"/>
              <a:gd name="connsiteY2" fmla="*/ 236229 h 4046220"/>
              <a:gd name="connsiteX3" fmla="*/ 5534038 w 11068076"/>
              <a:gd name="connsiteY3" fmla="*/ 4046220 h 4046220"/>
              <a:gd name="connsiteX4" fmla="*/ 79931 w 11068076"/>
              <a:gd name="connsiteY4" fmla="*/ 236229 h 40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68076" h="4046220">
                <a:moveTo>
                  <a:pt x="0" y="0"/>
                </a:moveTo>
                <a:lnTo>
                  <a:pt x="11068076" y="0"/>
                </a:lnTo>
                <a:lnTo>
                  <a:pt x="10988145" y="236229"/>
                </a:lnTo>
                <a:cubicBezTo>
                  <a:pt x="10174085" y="2459531"/>
                  <a:pt x="8039357" y="4046220"/>
                  <a:pt x="5534038" y="4046220"/>
                </a:cubicBezTo>
                <a:cubicBezTo>
                  <a:pt x="3028719" y="4046220"/>
                  <a:pt x="893992" y="2459531"/>
                  <a:pt x="79931" y="236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97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C67255-373D-4313-9B6D-8A19B11B157D}"/>
              </a:ext>
            </a:extLst>
          </p:cNvPr>
          <p:cNvGrpSpPr/>
          <p:nvPr userDrawn="1"/>
        </p:nvGrpSpPr>
        <p:grpSpPr>
          <a:xfrm>
            <a:off x="1439781" y="458044"/>
            <a:ext cx="9415959" cy="5864435"/>
            <a:chOff x="1102808" y="1419517"/>
            <a:chExt cx="5383089" cy="3796702"/>
          </a:xfrm>
          <a:solidFill>
            <a:schemeClr val="bg1">
              <a:alpha val="6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E30FE16-31CC-4E60-B36B-CAD6FC491355}"/>
                </a:ext>
              </a:extLst>
            </p:cNvPr>
            <p:cNvGrpSpPr/>
            <p:nvPr/>
          </p:nvGrpSpPr>
          <p:grpSpPr>
            <a:xfrm>
              <a:off x="3564744" y="2898363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7351259-13D3-4E7F-8730-52C0E6C8AB7E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A46EEDB-D7F2-4992-87CE-B2069F617779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97017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A61E4F-F426-407E-A619-45AC28E02060}"/>
                </a:ext>
              </a:extLst>
            </p:cNvPr>
            <p:cNvGrpSpPr/>
            <p:nvPr/>
          </p:nvGrpSpPr>
          <p:grpSpPr>
            <a:xfrm>
              <a:off x="1537138" y="3468044"/>
              <a:ext cx="188449" cy="1391622"/>
              <a:chOff x="10641180" y="-97372"/>
              <a:chExt cx="247650" cy="1828800"/>
            </a:xfrm>
            <a:grpFill/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718B48D2-3B0F-49B4-A2DE-C27D8D50B20F}"/>
                  </a:ext>
                </a:extLst>
              </p:cNvPr>
              <p:cNvSpPr/>
              <p:nvPr/>
            </p:nvSpPr>
            <p:spPr>
              <a:xfrm>
                <a:off x="10751289" y="-97372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1DE3CC93-1EAF-4A31-9980-27CC59E625ED}"/>
                  </a:ext>
                </a:extLst>
              </p:cNvPr>
              <p:cNvSpPr/>
              <p:nvPr/>
            </p:nvSpPr>
            <p:spPr>
              <a:xfrm>
                <a:off x="10641180" y="509010"/>
                <a:ext cx="247650" cy="759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8C316E0-D350-4F59-9875-67317542DDE2}"/>
                </a:ext>
              </a:extLst>
            </p:cNvPr>
            <p:cNvGrpSpPr/>
            <p:nvPr/>
          </p:nvGrpSpPr>
          <p:grpSpPr>
            <a:xfrm>
              <a:off x="4244956" y="2379454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90F9DDD0-84A0-4CDD-9BF3-3B867D0BE8DA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701AB5D1-4012-4821-90EB-B95FBEFFC13F}"/>
                  </a:ext>
                </a:extLst>
              </p:cNvPr>
              <p:cNvSpPr/>
              <p:nvPr/>
            </p:nvSpPr>
            <p:spPr>
              <a:xfrm>
                <a:off x="10641180" y="494815"/>
                <a:ext cx="247650" cy="1611559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AF10234-0727-49A3-91D0-0A186685C088}"/>
                </a:ext>
              </a:extLst>
            </p:cNvPr>
            <p:cNvGrpSpPr/>
            <p:nvPr/>
          </p:nvGrpSpPr>
          <p:grpSpPr>
            <a:xfrm>
              <a:off x="4916748" y="1757491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82E303B6-8B3B-4EEB-B13B-9E53C10BD721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16476AD-8824-4D1D-BBAB-80DAC15CD181}"/>
                  </a:ext>
                </a:extLst>
              </p:cNvPr>
              <p:cNvSpPr/>
              <p:nvPr/>
            </p:nvSpPr>
            <p:spPr>
              <a:xfrm>
                <a:off x="10641180" y="820641"/>
                <a:ext cx="247650" cy="959907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A49A07-7323-4061-B87D-1AE379496011}"/>
                </a:ext>
              </a:extLst>
            </p:cNvPr>
            <p:cNvGrpSpPr/>
            <p:nvPr/>
          </p:nvGrpSpPr>
          <p:grpSpPr>
            <a:xfrm>
              <a:off x="1976173" y="3527844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C4FB2E94-C804-4D04-9748-F88BDD9B994A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1B76EFC-F62F-4A79-B8E7-7D7210F45FFE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E00259-B083-4F25-B18B-B88EB245EE19}"/>
                </a:ext>
              </a:extLst>
            </p:cNvPr>
            <p:cNvGrpSpPr/>
            <p:nvPr/>
          </p:nvGrpSpPr>
          <p:grpSpPr>
            <a:xfrm>
              <a:off x="2673093" y="3824597"/>
              <a:ext cx="188449" cy="1391622"/>
              <a:chOff x="10630391" y="1182550"/>
              <a:chExt cx="247650" cy="1828800"/>
            </a:xfrm>
            <a:grpFill/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986ADB56-9A55-4F74-8589-A3C8F571E9FC}"/>
                  </a:ext>
                </a:extLst>
              </p:cNvPr>
              <p:cNvSpPr/>
              <p:nvPr/>
            </p:nvSpPr>
            <p:spPr>
              <a:xfrm>
                <a:off x="10722133" y="11825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6799C01-DD16-40A7-9EDB-0C751A2D7334}"/>
                  </a:ext>
                </a:extLst>
              </p:cNvPr>
              <p:cNvSpPr/>
              <p:nvPr/>
            </p:nvSpPr>
            <p:spPr>
              <a:xfrm>
                <a:off x="10630391" y="1455616"/>
                <a:ext cx="247650" cy="7242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30D2FA2-C0EF-4DA9-8079-99F6A791920A}"/>
                </a:ext>
              </a:extLst>
            </p:cNvPr>
            <p:cNvGrpSpPr/>
            <p:nvPr/>
          </p:nvGrpSpPr>
          <p:grpSpPr>
            <a:xfrm>
              <a:off x="4916748" y="1881571"/>
              <a:ext cx="188449" cy="1391622"/>
              <a:chOff x="10662618" y="438150"/>
              <a:chExt cx="247650" cy="1828800"/>
            </a:xfrm>
            <a:grpFill/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DD9922D5-A155-4E8E-9FE9-9A11E979EF08}"/>
                  </a:ext>
                </a:extLst>
              </p:cNvPr>
              <p:cNvSpPr/>
              <p:nvPr/>
            </p:nvSpPr>
            <p:spPr>
              <a:xfrm>
                <a:off x="10772727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09054936-7CA6-4920-9461-21A163818561}"/>
                  </a:ext>
                </a:extLst>
              </p:cNvPr>
              <p:cNvSpPr/>
              <p:nvPr/>
            </p:nvSpPr>
            <p:spPr>
              <a:xfrm>
                <a:off x="10662618" y="736515"/>
                <a:ext cx="247650" cy="101490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89811F-70C6-4A44-9806-934AC83D835A}"/>
                </a:ext>
              </a:extLst>
            </p:cNvPr>
            <p:cNvGrpSpPr/>
            <p:nvPr/>
          </p:nvGrpSpPr>
          <p:grpSpPr>
            <a:xfrm>
              <a:off x="4469241" y="2121847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C9645C03-C2BD-4062-837B-69A66B88158E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363DDD87-B25B-4AF3-9442-6D80311020B4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8937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ED06CA1-B16E-41C2-BCDE-B241236BC85C}"/>
                </a:ext>
              </a:extLst>
            </p:cNvPr>
            <p:cNvGrpSpPr/>
            <p:nvPr/>
          </p:nvGrpSpPr>
          <p:grpSpPr>
            <a:xfrm>
              <a:off x="4685783" y="2027235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9042B2E7-5DE2-4F76-9798-F635C7746D6F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4F6B5B3A-A7EB-4338-9C4A-82CBF2903F25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2723029-3927-49BF-8A75-948D79C7460F}"/>
                </a:ext>
              </a:extLst>
            </p:cNvPr>
            <p:cNvGrpSpPr/>
            <p:nvPr/>
          </p:nvGrpSpPr>
          <p:grpSpPr>
            <a:xfrm>
              <a:off x="2217350" y="3528766"/>
              <a:ext cx="188449" cy="1391622"/>
              <a:chOff x="10653055" y="438150"/>
              <a:chExt cx="247650" cy="1828800"/>
            </a:xfrm>
            <a:grpFill/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D8E37D4-7970-4629-BDF0-A101C4EA4BFB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611CDC3-6598-46B2-8EBA-51C34DC083E6}"/>
                  </a:ext>
                </a:extLst>
              </p:cNvPr>
              <p:cNvSpPr/>
              <p:nvPr/>
            </p:nvSpPr>
            <p:spPr>
              <a:xfrm>
                <a:off x="10653055" y="682991"/>
                <a:ext cx="247650" cy="105667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1DC98D9-A145-4C9E-89E8-C3947B729F29}"/>
                </a:ext>
              </a:extLst>
            </p:cNvPr>
            <p:cNvGrpSpPr/>
            <p:nvPr/>
          </p:nvGrpSpPr>
          <p:grpSpPr>
            <a:xfrm>
              <a:off x="2440455" y="3979819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D0A2FBE0-BE6D-4EBE-B9A7-8A4A7330B5A6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79293FE0-7B92-4043-8813-8D7BFCE5EA7F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51D24A6-DED4-4CDA-8771-E87C8103A45E}"/>
                </a:ext>
              </a:extLst>
            </p:cNvPr>
            <p:cNvGrpSpPr/>
            <p:nvPr/>
          </p:nvGrpSpPr>
          <p:grpSpPr>
            <a:xfrm>
              <a:off x="1317620" y="3801808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E06420D7-0BF4-43C1-B41E-8A9D83217900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98EF58C-03E6-49A3-A860-0D488D07BFF6}"/>
                  </a:ext>
                </a:extLst>
              </p:cNvPr>
              <p:cNvSpPr/>
              <p:nvPr/>
            </p:nvSpPr>
            <p:spPr>
              <a:xfrm>
                <a:off x="10641180" y="519299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DB206F2-EBE9-4E85-A4AD-4DA00AB3EFB9}"/>
                </a:ext>
              </a:extLst>
            </p:cNvPr>
            <p:cNvGrpSpPr/>
            <p:nvPr/>
          </p:nvGrpSpPr>
          <p:grpSpPr>
            <a:xfrm>
              <a:off x="1102808" y="4055614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11474C22-4EA0-40F1-854E-E3B7401C5A51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85A1A914-5EB2-4791-AACB-00BA02983E2F}"/>
                  </a:ext>
                </a:extLst>
              </p:cNvPr>
              <p:cNvSpPr/>
              <p:nvPr/>
            </p:nvSpPr>
            <p:spPr>
              <a:xfrm>
                <a:off x="10641180" y="357773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17347B-C23A-4C66-9BAE-63E7D0B211C4}"/>
                </a:ext>
              </a:extLst>
            </p:cNvPr>
            <p:cNvGrpSpPr/>
            <p:nvPr/>
          </p:nvGrpSpPr>
          <p:grpSpPr>
            <a:xfrm>
              <a:off x="6297448" y="1419517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684E804-F449-42C7-9D4A-8FC4FA427DD9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BD700BBF-C4CB-4ADB-B9F3-FD3980022DC2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67549EC-C631-4154-89C8-777D85720E6F}"/>
                </a:ext>
              </a:extLst>
            </p:cNvPr>
            <p:cNvGrpSpPr/>
            <p:nvPr/>
          </p:nvGrpSpPr>
          <p:grpSpPr>
            <a:xfrm>
              <a:off x="5615340" y="1500297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BFBDD0A-55E1-40FB-B546-533C1EC5A866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DC0EC65-CBE7-43AB-B6D1-5F2CE905F997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5752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31175F8-B57E-4927-9BDF-74E9AF5D0C34}"/>
                </a:ext>
              </a:extLst>
            </p:cNvPr>
            <p:cNvGrpSpPr/>
            <p:nvPr/>
          </p:nvGrpSpPr>
          <p:grpSpPr>
            <a:xfrm>
              <a:off x="5378386" y="1777351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0B35DDD-42F4-428E-BBA3-551328C75ECF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EF5528ED-1E05-43B1-9A43-D8C99729AAE9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A929C28-23BC-43FC-939D-3937EA1E9953}"/>
                </a:ext>
              </a:extLst>
            </p:cNvPr>
            <p:cNvGrpSpPr/>
            <p:nvPr/>
          </p:nvGrpSpPr>
          <p:grpSpPr>
            <a:xfrm>
              <a:off x="5836292" y="185950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8657F4D1-8049-4E1E-ACBD-C9209845AA04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A8B4CF2-29AE-4A7D-A009-26190E0105A1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981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8C3091C-A44B-428D-8915-B1D61246DC80}"/>
                </a:ext>
              </a:extLst>
            </p:cNvPr>
            <p:cNvGrpSpPr/>
            <p:nvPr/>
          </p:nvGrpSpPr>
          <p:grpSpPr>
            <a:xfrm>
              <a:off x="5161382" y="1476120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8DDA6924-DE6E-417E-9FAD-4C50621B2B60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56F2321-F7B6-4734-A942-16895D732A1D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E1AA17B-A86F-42CA-9361-DEC902955A7D}"/>
                </a:ext>
              </a:extLst>
            </p:cNvPr>
            <p:cNvGrpSpPr/>
            <p:nvPr/>
          </p:nvGrpSpPr>
          <p:grpSpPr>
            <a:xfrm>
              <a:off x="1758760" y="35235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55E01AA-AEB4-4B66-AF6F-54793F45EF72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729C273-5310-4452-B424-12D3A8A9878E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83795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DA003A2-9CD4-4F78-968E-4D8465C7D9EA}"/>
                </a:ext>
              </a:extLst>
            </p:cNvPr>
            <p:cNvGrpSpPr/>
            <p:nvPr/>
          </p:nvGrpSpPr>
          <p:grpSpPr>
            <a:xfrm>
              <a:off x="2890003" y="373638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830E0EC-0F5A-471D-A329-C070325C3B1B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B7F74B8-329D-49D6-9458-09790843BAEE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4412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32B3FA3-8826-47F0-9D57-7AE1CF78DBDF}"/>
                </a:ext>
              </a:extLst>
            </p:cNvPr>
            <p:cNvGrpSpPr/>
            <p:nvPr/>
          </p:nvGrpSpPr>
          <p:grpSpPr>
            <a:xfrm>
              <a:off x="3127455" y="3327948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FDC0D33-C985-4FAF-82F2-73747D352F6A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4B332085-8CC9-4079-B374-FA97CAAF2D52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8437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2FBD34-65BC-4B68-866E-E5636C1582AA}"/>
                </a:ext>
              </a:extLst>
            </p:cNvPr>
            <p:cNvGrpSpPr/>
            <p:nvPr/>
          </p:nvGrpSpPr>
          <p:grpSpPr>
            <a:xfrm>
              <a:off x="3351373" y="311128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262FD932-6B09-41EA-81FD-8FE314F1E7F5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6A08D8E-153C-4801-9199-6FAEA3F376C1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DCBD306-B238-412D-ADB5-01EA50C57D35}"/>
                </a:ext>
              </a:extLst>
            </p:cNvPr>
            <p:cNvGrpSpPr/>
            <p:nvPr/>
          </p:nvGrpSpPr>
          <p:grpSpPr>
            <a:xfrm>
              <a:off x="4028873" y="333999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4FC6308-85BC-4515-B071-F08BBEF58F67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40C510D-955A-4FF9-845A-85DAA963E2E2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9621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F2D6E25-1502-4056-8B94-771299A6869D}"/>
                </a:ext>
              </a:extLst>
            </p:cNvPr>
            <p:cNvGrpSpPr/>
            <p:nvPr/>
          </p:nvGrpSpPr>
          <p:grpSpPr>
            <a:xfrm>
              <a:off x="3780152" y="34249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37059E7-B9E7-4868-B0C9-6E79F33BBE4D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7F25B6B-32A3-4E66-BC23-1E18DD05FACF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36338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3E5821D-6395-49D7-ACFD-E51B0C242DCA}"/>
                </a:ext>
              </a:extLst>
            </p:cNvPr>
            <p:cNvGrpSpPr/>
            <p:nvPr/>
          </p:nvGrpSpPr>
          <p:grpSpPr>
            <a:xfrm>
              <a:off x="6056432" y="1499565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5634B1B0-23FD-480B-8D7B-EC1723883EE9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27D0B594-C5A4-46B6-B62D-0FA775DA4FA9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82577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4604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20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21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50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31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43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832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703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141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431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972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2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750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95803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BB03475-DADF-4C47-BB65-2D3F7BB6CC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0969730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BB03475-DADF-4C47-BB65-2D3F7BB6CC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024175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1430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181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483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678424-AB4B-4B51-9264-B1527D32E233}"/>
              </a:ext>
            </a:extLst>
          </p:cNvPr>
          <p:cNvGrpSpPr/>
          <p:nvPr userDrawn="1"/>
        </p:nvGrpSpPr>
        <p:grpSpPr>
          <a:xfrm>
            <a:off x="1213538" y="2960016"/>
            <a:ext cx="4348277" cy="3060805"/>
            <a:chOff x="1102808" y="1419517"/>
            <a:chExt cx="5383089" cy="3796702"/>
          </a:xfrm>
          <a:solidFill>
            <a:schemeClr val="bg1">
              <a:alpha val="10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2C3740-3515-48DB-B9BC-CF286513563D}"/>
                </a:ext>
              </a:extLst>
            </p:cNvPr>
            <p:cNvGrpSpPr/>
            <p:nvPr/>
          </p:nvGrpSpPr>
          <p:grpSpPr>
            <a:xfrm>
              <a:off x="3564744" y="2898363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E4BB7623-DA04-4BE7-A523-8182FEA18B13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BB34BDE-6A68-423D-A477-F07F19313C29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97017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832730-2028-4E64-9108-8502A44148A9}"/>
                </a:ext>
              </a:extLst>
            </p:cNvPr>
            <p:cNvGrpSpPr/>
            <p:nvPr/>
          </p:nvGrpSpPr>
          <p:grpSpPr>
            <a:xfrm>
              <a:off x="1537138" y="3468044"/>
              <a:ext cx="188449" cy="1391622"/>
              <a:chOff x="10641180" y="-97372"/>
              <a:chExt cx="247650" cy="1828800"/>
            </a:xfrm>
            <a:grpFill/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4ACA74F3-9852-465B-B34B-43DF741C26F3}"/>
                  </a:ext>
                </a:extLst>
              </p:cNvPr>
              <p:cNvSpPr/>
              <p:nvPr/>
            </p:nvSpPr>
            <p:spPr>
              <a:xfrm>
                <a:off x="10751289" y="-97372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A43D949C-C10A-4151-8284-48F99C4B0B3C}"/>
                  </a:ext>
                </a:extLst>
              </p:cNvPr>
              <p:cNvSpPr/>
              <p:nvPr/>
            </p:nvSpPr>
            <p:spPr>
              <a:xfrm>
                <a:off x="10641180" y="509010"/>
                <a:ext cx="247650" cy="759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203F07-9019-4B35-ADDF-163B5E78A552}"/>
                </a:ext>
              </a:extLst>
            </p:cNvPr>
            <p:cNvGrpSpPr/>
            <p:nvPr/>
          </p:nvGrpSpPr>
          <p:grpSpPr>
            <a:xfrm>
              <a:off x="4244956" y="2379454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BD7D43E-A367-4533-A09E-26C3C5B13758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4E264C05-7750-49FF-8CF5-55F537CF367F}"/>
                  </a:ext>
                </a:extLst>
              </p:cNvPr>
              <p:cNvSpPr/>
              <p:nvPr/>
            </p:nvSpPr>
            <p:spPr>
              <a:xfrm>
                <a:off x="10641180" y="494815"/>
                <a:ext cx="247650" cy="1611559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79101B3-7DA7-4024-BEA7-E12D6EB51FC6}"/>
                </a:ext>
              </a:extLst>
            </p:cNvPr>
            <p:cNvGrpSpPr/>
            <p:nvPr/>
          </p:nvGrpSpPr>
          <p:grpSpPr>
            <a:xfrm>
              <a:off x="4916748" y="1757491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3E772851-13CA-43AD-AAE9-00E4E8066565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E49E143D-AFEA-4BCC-A48C-872B07D2C133}"/>
                  </a:ext>
                </a:extLst>
              </p:cNvPr>
              <p:cNvSpPr/>
              <p:nvPr/>
            </p:nvSpPr>
            <p:spPr>
              <a:xfrm>
                <a:off x="10641180" y="820641"/>
                <a:ext cx="247650" cy="959907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AE5C6B-4937-4E4D-B1E5-269C32590ACC}"/>
                </a:ext>
              </a:extLst>
            </p:cNvPr>
            <p:cNvGrpSpPr/>
            <p:nvPr/>
          </p:nvGrpSpPr>
          <p:grpSpPr>
            <a:xfrm>
              <a:off x="1976173" y="3527844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AA9C3DB5-43B5-4AC9-88CE-DCBE0732B4C9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2F6D5303-7217-4B36-A5D7-6A81FEEAA232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49F5BF-D581-4D96-9D29-95DB1C40BD36}"/>
                </a:ext>
              </a:extLst>
            </p:cNvPr>
            <p:cNvGrpSpPr/>
            <p:nvPr/>
          </p:nvGrpSpPr>
          <p:grpSpPr>
            <a:xfrm>
              <a:off x="2673093" y="3824597"/>
              <a:ext cx="188449" cy="1391622"/>
              <a:chOff x="10630391" y="1182550"/>
              <a:chExt cx="247650" cy="1828800"/>
            </a:xfrm>
            <a:grpFill/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EF45A6FE-A365-4B13-913F-FF015943170B}"/>
                  </a:ext>
                </a:extLst>
              </p:cNvPr>
              <p:cNvSpPr/>
              <p:nvPr/>
            </p:nvSpPr>
            <p:spPr>
              <a:xfrm>
                <a:off x="10722133" y="11825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E921FBB2-5C1C-4FFD-8D57-1A00AEC25DA9}"/>
                  </a:ext>
                </a:extLst>
              </p:cNvPr>
              <p:cNvSpPr/>
              <p:nvPr/>
            </p:nvSpPr>
            <p:spPr>
              <a:xfrm>
                <a:off x="10630391" y="1455616"/>
                <a:ext cx="247650" cy="7242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F8A5DA-F9FE-4245-920C-18629E38E4F8}"/>
                </a:ext>
              </a:extLst>
            </p:cNvPr>
            <p:cNvGrpSpPr/>
            <p:nvPr/>
          </p:nvGrpSpPr>
          <p:grpSpPr>
            <a:xfrm>
              <a:off x="4916748" y="1881571"/>
              <a:ext cx="188449" cy="1391622"/>
              <a:chOff x="10662618" y="438150"/>
              <a:chExt cx="247650" cy="1828800"/>
            </a:xfrm>
            <a:grpFill/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30AB3DED-75B4-45AF-ABE1-A733C5254EB0}"/>
                  </a:ext>
                </a:extLst>
              </p:cNvPr>
              <p:cNvSpPr/>
              <p:nvPr/>
            </p:nvSpPr>
            <p:spPr>
              <a:xfrm>
                <a:off x="10772727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44FDF777-1A9E-46DB-9601-C33C64ECFD7F}"/>
                  </a:ext>
                </a:extLst>
              </p:cNvPr>
              <p:cNvSpPr/>
              <p:nvPr/>
            </p:nvSpPr>
            <p:spPr>
              <a:xfrm>
                <a:off x="10662618" y="736515"/>
                <a:ext cx="247650" cy="101490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9BACA28-CBFA-4E8D-8A14-7CECA1EB3029}"/>
                </a:ext>
              </a:extLst>
            </p:cNvPr>
            <p:cNvGrpSpPr/>
            <p:nvPr/>
          </p:nvGrpSpPr>
          <p:grpSpPr>
            <a:xfrm>
              <a:off x="4469241" y="2121847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E99A938A-52A8-4BB9-ACAC-6E510CDD8B0F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64F99C1-39DD-46B3-B02A-4FAC625B71E7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8937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DCF0ECB-5B3E-43C9-90E1-9A755A9F299C}"/>
                </a:ext>
              </a:extLst>
            </p:cNvPr>
            <p:cNvGrpSpPr/>
            <p:nvPr/>
          </p:nvGrpSpPr>
          <p:grpSpPr>
            <a:xfrm>
              <a:off x="4685783" y="2027235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AB61FF3-CA49-473C-A8EE-0142BC171D18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8AAE6F60-FC0C-4AAF-97F7-37AB22BB44E4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7A7B06A-DF44-4AD1-81BE-E0A019C511DC}"/>
                </a:ext>
              </a:extLst>
            </p:cNvPr>
            <p:cNvGrpSpPr/>
            <p:nvPr/>
          </p:nvGrpSpPr>
          <p:grpSpPr>
            <a:xfrm>
              <a:off x="2217350" y="3528766"/>
              <a:ext cx="188449" cy="1391622"/>
              <a:chOff x="10653055" y="438150"/>
              <a:chExt cx="247650" cy="1828800"/>
            </a:xfrm>
            <a:grpFill/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42FD01E-CEB0-47CA-AD70-F5EF908D9DFA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E4C7DC0A-1F6A-4D76-9375-15BD1C70FF55}"/>
                  </a:ext>
                </a:extLst>
              </p:cNvPr>
              <p:cNvSpPr/>
              <p:nvPr/>
            </p:nvSpPr>
            <p:spPr>
              <a:xfrm>
                <a:off x="10653055" y="682991"/>
                <a:ext cx="247650" cy="105667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BCA299-6AE5-48A2-8550-CDA44B2DA536}"/>
                </a:ext>
              </a:extLst>
            </p:cNvPr>
            <p:cNvGrpSpPr/>
            <p:nvPr/>
          </p:nvGrpSpPr>
          <p:grpSpPr>
            <a:xfrm>
              <a:off x="2440455" y="3979819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8AB0286-71E9-4882-8678-9153FED38EB0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9A0804D6-AD13-466B-B473-1A0BE1DD0846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1190C-BCB8-4961-97D5-A7F9C330F90C}"/>
                </a:ext>
              </a:extLst>
            </p:cNvPr>
            <p:cNvGrpSpPr/>
            <p:nvPr/>
          </p:nvGrpSpPr>
          <p:grpSpPr>
            <a:xfrm>
              <a:off x="1317620" y="3801808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75498A1B-F0D6-400C-BBCC-4ACB11BEA073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B286B35-1360-4CE3-9BA1-697ECD5BBDD3}"/>
                  </a:ext>
                </a:extLst>
              </p:cNvPr>
              <p:cNvSpPr/>
              <p:nvPr/>
            </p:nvSpPr>
            <p:spPr>
              <a:xfrm>
                <a:off x="10641180" y="519299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BAB6AF-518C-4D0D-8713-756C11FDF074}"/>
                </a:ext>
              </a:extLst>
            </p:cNvPr>
            <p:cNvGrpSpPr/>
            <p:nvPr/>
          </p:nvGrpSpPr>
          <p:grpSpPr>
            <a:xfrm>
              <a:off x="1102808" y="4055614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8C232E70-BD9B-4D4C-B2D7-422F3D23558B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C4CA7BC6-9891-46CB-A993-CBF6F027C3EB}"/>
                  </a:ext>
                </a:extLst>
              </p:cNvPr>
              <p:cNvSpPr/>
              <p:nvPr/>
            </p:nvSpPr>
            <p:spPr>
              <a:xfrm>
                <a:off x="10641180" y="357773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694A376-F279-47E9-86A4-081A3D4942E2}"/>
                </a:ext>
              </a:extLst>
            </p:cNvPr>
            <p:cNvGrpSpPr/>
            <p:nvPr/>
          </p:nvGrpSpPr>
          <p:grpSpPr>
            <a:xfrm>
              <a:off x="6297448" y="1419517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9E8D22E-906E-4F98-A528-33111AA095CA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4E3A3F2-199D-4777-AD81-0D105600D319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7CACF56-EEF3-470C-B308-5F80B9F45404}"/>
                </a:ext>
              </a:extLst>
            </p:cNvPr>
            <p:cNvGrpSpPr/>
            <p:nvPr/>
          </p:nvGrpSpPr>
          <p:grpSpPr>
            <a:xfrm>
              <a:off x="5615340" y="1500297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2AFAA53D-0D6E-4C55-8814-E5DCBC36EA14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89AF3859-2CD6-4167-8D74-C2728953592D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5752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63C937-6949-4715-BE39-28F66F38265B}"/>
                </a:ext>
              </a:extLst>
            </p:cNvPr>
            <p:cNvGrpSpPr/>
            <p:nvPr/>
          </p:nvGrpSpPr>
          <p:grpSpPr>
            <a:xfrm>
              <a:off x="5378386" y="1777351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FC90F32-188D-4E1A-9DE3-97BDD66FA06F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D9C5D5C0-DDD0-43D1-82BC-64B45F7CD875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A8BA88-804C-4ABC-9976-9A1156D5ACCA}"/>
                </a:ext>
              </a:extLst>
            </p:cNvPr>
            <p:cNvGrpSpPr/>
            <p:nvPr/>
          </p:nvGrpSpPr>
          <p:grpSpPr>
            <a:xfrm>
              <a:off x="5836292" y="185950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C28136FC-04AE-413B-B43C-B054C9C63986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759CDD2-7810-42AD-A64D-95CA2A8273E3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981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D8FB4AF-6BEA-4BBC-BBC7-656B087707D8}"/>
                </a:ext>
              </a:extLst>
            </p:cNvPr>
            <p:cNvGrpSpPr/>
            <p:nvPr/>
          </p:nvGrpSpPr>
          <p:grpSpPr>
            <a:xfrm>
              <a:off x="5161382" y="1476120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75A358F4-2573-4206-882D-C1E2ED88188D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F3E42F7-F846-4450-8210-7C6862E68696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C80E25A-5B25-4B94-AD46-AACC9B146C22}"/>
                </a:ext>
              </a:extLst>
            </p:cNvPr>
            <p:cNvGrpSpPr/>
            <p:nvPr/>
          </p:nvGrpSpPr>
          <p:grpSpPr>
            <a:xfrm>
              <a:off x="1758760" y="35235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0F0498C-0AE9-4C1A-AFF7-4160B7834AC1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64C0B0C-238A-4851-BFD2-94B66E031CD0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83795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2E168D-D205-4A54-8D66-157DF5AE8C96}"/>
                </a:ext>
              </a:extLst>
            </p:cNvPr>
            <p:cNvGrpSpPr/>
            <p:nvPr/>
          </p:nvGrpSpPr>
          <p:grpSpPr>
            <a:xfrm>
              <a:off x="2890003" y="373638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606D6F3F-D16F-421B-B513-617E0ECF0E1B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929EEB28-FDEE-43AA-AA1A-BD86BE745666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4412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D0B381-435B-4CAD-A07D-A2C0A1AEC8D6}"/>
                </a:ext>
              </a:extLst>
            </p:cNvPr>
            <p:cNvGrpSpPr/>
            <p:nvPr/>
          </p:nvGrpSpPr>
          <p:grpSpPr>
            <a:xfrm>
              <a:off x="3127455" y="3327948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F75C118-54DB-4620-9968-886B251DF25C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28D5725F-C862-48E1-8153-9C1E5F642524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8437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AE4F1A-AF00-452F-B70D-802EE70F9A2A}"/>
                </a:ext>
              </a:extLst>
            </p:cNvPr>
            <p:cNvGrpSpPr/>
            <p:nvPr/>
          </p:nvGrpSpPr>
          <p:grpSpPr>
            <a:xfrm>
              <a:off x="3351373" y="311128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DF9C44C-9084-442C-AC91-6841AF810CDB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66DCBBF2-0F61-47E7-AF24-8A924B264DDC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E899445-F237-42CE-AF79-A0B4F14447DC}"/>
                </a:ext>
              </a:extLst>
            </p:cNvPr>
            <p:cNvGrpSpPr/>
            <p:nvPr/>
          </p:nvGrpSpPr>
          <p:grpSpPr>
            <a:xfrm>
              <a:off x="4028873" y="333999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9972A998-667E-458E-8CDA-6A58053A6687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8E5E3818-E5C4-47D8-924D-1F2C97394D0F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9621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9ED4EC9-993D-47AE-8678-1B4F1545A618}"/>
                </a:ext>
              </a:extLst>
            </p:cNvPr>
            <p:cNvGrpSpPr/>
            <p:nvPr/>
          </p:nvGrpSpPr>
          <p:grpSpPr>
            <a:xfrm>
              <a:off x="3780152" y="34249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308DB118-4E59-40D0-9E16-5738C8FDED78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C868BB4-C851-4F5C-B60A-329132579981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36338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992C526-58B9-4A6F-AA23-738D55BA973D}"/>
                </a:ext>
              </a:extLst>
            </p:cNvPr>
            <p:cNvGrpSpPr/>
            <p:nvPr/>
          </p:nvGrpSpPr>
          <p:grpSpPr>
            <a:xfrm>
              <a:off x="6056432" y="1499565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D6CA93D-3744-4D49-8E2E-A52847527F86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69910D7-B978-45ED-AC4D-E9038025E415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82577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55898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86DCE200-6A5B-44AD-8BA4-39183B76E3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2000" y="1582965"/>
            <a:ext cx="3200400" cy="46273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95742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E4A3078-4588-4E96-86C1-13F599F5C29B}"/>
              </a:ext>
            </a:extLst>
          </p:cNvPr>
          <p:cNvGrpSpPr/>
          <p:nvPr userDrawn="1"/>
        </p:nvGrpSpPr>
        <p:grpSpPr>
          <a:xfrm>
            <a:off x="271205" y="1859091"/>
            <a:ext cx="4838803" cy="2658595"/>
            <a:chOff x="-548507" y="477868"/>
            <a:chExt cx="11570449" cy="635717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060D33-271A-468B-9987-4BA96254D49D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19508C-C132-47CB-8BA1-2A0C4356D266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5E587BD-ED49-4D3E-96E2-11ACD04E777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972E355-A917-4604-8BBF-F5E216D7B5C4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4DD70C-BD3B-4509-B4EE-DF26E1A80A4E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47FDFAE-AB58-447C-86FC-1351A6601EC8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D3A8D91F-7660-4232-81FE-488DC2AC4ED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EF83A023-B3B0-44BD-92B9-E72787A810A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9993162-7871-4AA5-9A8F-A51AD4605BD0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1B1681F-8DC6-46A8-BFB1-76A007AC4FD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2BCFCF77-A335-4EF0-85DC-03901286AFD8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1B4593F-6DA3-4D30-B277-F7D30889740F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1" name="그림 개체 틀 2">
            <a:extLst>
              <a:ext uri="{FF2B5EF4-FFF2-40B4-BE49-F238E27FC236}">
                <a16:creationId xmlns:a16="http://schemas.microsoft.com/office/drawing/2014/main" id="{8461A13D-1299-4FAD-978B-612262665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69870" y="2006556"/>
            <a:ext cx="3426249" cy="21147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86DCE200-6A5B-44AD-8BA4-39183B76E3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47825" y="1514757"/>
            <a:ext cx="3751192" cy="21147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7" name="그림 개체 틀 2">
            <a:extLst>
              <a:ext uri="{FF2B5EF4-FFF2-40B4-BE49-F238E27FC236}">
                <a16:creationId xmlns:a16="http://schemas.microsoft.com/office/drawing/2014/main" id="{81A1402A-7868-4896-AF74-EEABBC31797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89141" y="2737691"/>
            <a:ext cx="939337" cy="15207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291E9-382B-4112-ACC6-C5D173E3D86C}"/>
              </a:ext>
            </a:extLst>
          </p:cNvPr>
          <p:cNvSpPr/>
          <p:nvPr userDrawn="1"/>
        </p:nvSpPr>
        <p:spPr>
          <a:xfrm>
            <a:off x="0" y="4756308"/>
            <a:ext cx="12192000" cy="2118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468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A6BFBA-0B81-43EC-82B3-3C7685798270}"/>
              </a:ext>
            </a:extLst>
          </p:cNvPr>
          <p:cNvSpPr/>
          <p:nvPr userDrawn="1"/>
        </p:nvSpPr>
        <p:spPr>
          <a:xfrm>
            <a:off x="0" y="942689"/>
            <a:ext cx="8190689" cy="5915313"/>
          </a:xfrm>
          <a:custGeom>
            <a:avLst/>
            <a:gdLst>
              <a:gd name="connsiteX0" fmla="*/ 1864468 w 7960468"/>
              <a:gd name="connsiteY0" fmla="*/ 0 h 5749047"/>
              <a:gd name="connsiteX1" fmla="*/ 7960468 w 7960468"/>
              <a:gd name="connsiteY1" fmla="*/ 5749047 h 5749047"/>
              <a:gd name="connsiteX2" fmla="*/ 6404991 w 7960468"/>
              <a:gd name="connsiteY2" fmla="*/ 5749047 h 5749047"/>
              <a:gd name="connsiteX3" fmla="*/ 1864468 w 7960468"/>
              <a:gd name="connsiteY3" fmla="*/ 1466948 h 5749047"/>
              <a:gd name="connsiteX4" fmla="*/ 0 w 7960468"/>
              <a:gd name="connsiteY4" fmla="*/ 0 h 5749047"/>
              <a:gd name="connsiteX5" fmla="*/ 6096000 w 7960468"/>
              <a:gd name="connsiteY5" fmla="*/ 5749047 h 5749047"/>
              <a:gd name="connsiteX6" fmla="*/ 0 w 7960468"/>
              <a:gd name="connsiteY6" fmla="*/ 5749047 h 574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60468" h="5749047">
                <a:moveTo>
                  <a:pt x="1864468" y="0"/>
                </a:moveTo>
                <a:lnTo>
                  <a:pt x="7960468" y="5749047"/>
                </a:lnTo>
                <a:lnTo>
                  <a:pt x="6404991" y="5749047"/>
                </a:lnTo>
                <a:lnTo>
                  <a:pt x="1864468" y="1466948"/>
                </a:lnTo>
                <a:close/>
                <a:moveTo>
                  <a:pt x="0" y="0"/>
                </a:moveTo>
                <a:lnTo>
                  <a:pt x="6096000" y="5749047"/>
                </a:lnTo>
                <a:lnTo>
                  <a:pt x="0" y="574904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3B45EF-370E-440A-A20B-2942D298C9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08954"/>
            <a:ext cx="7960468" cy="5749047"/>
          </a:xfrm>
          <a:custGeom>
            <a:avLst/>
            <a:gdLst>
              <a:gd name="connsiteX0" fmla="*/ 1864468 w 7960468"/>
              <a:gd name="connsiteY0" fmla="*/ 0 h 5749047"/>
              <a:gd name="connsiteX1" fmla="*/ 7960468 w 7960468"/>
              <a:gd name="connsiteY1" fmla="*/ 5749047 h 5749047"/>
              <a:gd name="connsiteX2" fmla="*/ 6404991 w 7960468"/>
              <a:gd name="connsiteY2" fmla="*/ 5749047 h 5749047"/>
              <a:gd name="connsiteX3" fmla="*/ 1864468 w 7960468"/>
              <a:gd name="connsiteY3" fmla="*/ 1466948 h 5749047"/>
              <a:gd name="connsiteX4" fmla="*/ 0 w 7960468"/>
              <a:gd name="connsiteY4" fmla="*/ 0 h 5749047"/>
              <a:gd name="connsiteX5" fmla="*/ 6096000 w 7960468"/>
              <a:gd name="connsiteY5" fmla="*/ 5749047 h 5749047"/>
              <a:gd name="connsiteX6" fmla="*/ 0 w 7960468"/>
              <a:gd name="connsiteY6" fmla="*/ 5749047 h 574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60468" h="5749047">
                <a:moveTo>
                  <a:pt x="1864468" y="0"/>
                </a:moveTo>
                <a:lnTo>
                  <a:pt x="7960468" y="5749047"/>
                </a:lnTo>
                <a:lnTo>
                  <a:pt x="6404991" y="5749047"/>
                </a:lnTo>
                <a:lnTo>
                  <a:pt x="1864468" y="1466948"/>
                </a:lnTo>
                <a:close/>
                <a:moveTo>
                  <a:pt x="0" y="0"/>
                </a:moveTo>
                <a:lnTo>
                  <a:pt x="6096000" y="5749047"/>
                </a:lnTo>
                <a:lnTo>
                  <a:pt x="0" y="574904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4544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2B35F45-00CB-4203-B075-872C639D402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22283" y="1354778"/>
            <a:ext cx="6150293" cy="3448050"/>
          </a:xfrm>
          <a:custGeom>
            <a:avLst/>
            <a:gdLst>
              <a:gd name="connsiteX0" fmla="*/ 2106931 w 6150293"/>
              <a:gd name="connsiteY0" fmla="*/ 0 h 3448050"/>
              <a:gd name="connsiteX1" fmla="*/ 6150293 w 6150293"/>
              <a:gd name="connsiteY1" fmla="*/ 0 h 3448050"/>
              <a:gd name="connsiteX2" fmla="*/ 4042410 w 6150293"/>
              <a:gd name="connsiteY2" fmla="*/ 3448050 h 3448050"/>
              <a:gd name="connsiteX3" fmla="*/ 0 w 6150293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50293" h="3448050">
                <a:moveTo>
                  <a:pt x="2106931" y="0"/>
                </a:moveTo>
                <a:lnTo>
                  <a:pt x="6150293" y="0"/>
                </a:lnTo>
                <a:lnTo>
                  <a:pt x="4042410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0AF9A2D-6BC2-414E-9FA2-2BCC6B6CEC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8638" y="1354778"/>
            <a:ext cx="4429125" cy="3448050"/>
          </a:xfrm>
          <a:custGeom>
            <a:avLst/>
            <a:gdLst>
              <a:gd name="connsiteX0" fmla="*/ 0 w 4429125"/>
              <a:gd name="connsiteY0" fmla="*/ 0 h 3448050"/>
              <a:gd name="connsiteX1" fmla="*/ 4429125 w 4429125"/>
              <a:gd name="connsiteY1" fmla="*/ 0 h 3448050"/>
              <a:gd name="connsiteX2" fmla="*/ 2322195 w 4429125"/>
              <a:gd name="connsiteY2" fmla="*/ 3448050 h 3448050"/>
              <a:gd name="connsiteX3" fmla="*/ 0 w 4429125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9125" h="3448050">
                <a:moveTo>
                  <a:pt x="0" y="0"/>
                </a:moveTo>
                <a:lnTo>
                  <a:pt x="4429125" y="0"/>
                </a:lnTo>
                <a:lnTo>
                  <a:pt x="2322195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2A5C04A-4DC0-45FF-8695-531CFED7EA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36142" y="1354778"/>
            <a:ext cx="4426268" cy="3448050"/>
          </a:xfrm>
          <a:custGeom>
            <a:avLst/>
            <a:gdLst>
              <a:gd name="connsiteX0" fmla="*/ 2107883 w 4426268"/>
              <a:gd name="connsiteY0" fmla="*/ 0 h 3448050"/>
              <a:gd name="connsiteX1" fmla="*/ 4426268 w 4426268"/>
              <a:gd name="connsiteY1" fmla="*/ 0 h 3448050"/>
              <a:gd name="connsiteX2" fmla="*/ 4426268 w 4426268"/>
              <a:gd name="connsiteY2" fmla="*/ 3448050 h 3448050"/>
              <a:gd name="connsiteX3" fmla="*/ 0 w 4426268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6268" h="3448050">
                <a:moveTo>
                  <a:pt x="2107883" y="0"/>
                </a:moveTo>
                <a:lnTo>
                  <a:pt x="4426268" y="0"/>
                </a:lnTo>
                <a:lnTo>
                  <a:pt x="4426268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FA46197D-1598-4D3F-9547-3133C1271A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32008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E028B6F-D647-4878-B4BB-2D1F673AEFD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24584" y="11386"/>
            <a:ext cx="7767416" cy="6777596"/>
          </a:xfrm>
          <a:custGeom>
            <a:avLst/>
            <a:gdLst>
              <a:gd name="connsiteX0" fmla="*/ 7767416 w 7767416"/>
              <a:gd name="connsiteY0" fmla="*/ 1399861 h 6777596"/>
              <a:gd name="connsiteX1" fmla="*/ 7767416 w 7767416"/>
              <a:gd name="connsiteY1" fmla="*/ 2360732 h 6777596"/>
              <a:gd name="connsiteX2" fmla="*/ 5766870 w 7767416"/>
              <a:gd name="connsiteY2" fmla="*/ 6058701 h 6777596"/>
              <a:gd name="connsiteX3" fmla="*/ 5364742 w 7767416"/>
              <a:gd name="connsiteY3" fmla="*/ 5841156 h 6777596"/>
              <a:gd name="connsiteX4" fmla="*/ 7767416 w 7767416"/>
              <a:gd name="connsiteY4" fmla="*/ 241367 h 6777596"/>
              <a:gd name="connsiteX5" fmla="*/ 7767416 w 7767416"/>
              <a:gd name="connsiteY5" fmla="*/ 1202237 h 6777596"/>
              <a:gd name="connsiteX6" fmla="*/ 5008532 w 7767416"/>
              <a:gd name="connsiteY6" fmla="*/ 6301980 h 6777596"/>
              <a:gd name="connsiteX7" fmla="*/ 4606405 w 7767416"/>
              <a:gd name="connsiteY7" fmla="*/ 6084435 h 6777596"/>
              <a:gd name="connsiteX8" fmla="*/ 7271266 w 7767416"/>
              <a:gd name="connsiteY8" fmla="*/ 0 h 6777596"/>
              <a:gd name="connsiteX9" fmla="*/ 7767416 w 7767416"/>
              <a:gd name="connsiteY9" fmla="*/ 0 h 6777596"/>
              <a:gd name="connsiteX10" fmla="*/ 7767416 w 7767416"/>
              <a:gd name="connsiteY10" fmla="*/ 43746 h 6777596"/>
              <a:gd name="connsiteX11" fmla="*/ 4124504 w 7767416"/>
              <a:gd name="connsiteY11" fmla="*/ 6777596 h 6777596"/>
              <a:gd name="connsiteX12" fmla="*/ 3722377 w 7767416"/>
              <a:gd name="connsiteY12" fmla="*/ 6560053 h 6777596"/>
              <a:gd name="connsiteX13" fmla="*/ 6644537 w 7767416"/>
              <a:gd name="connsiteY13" fmla="*/ 0 h 6777596"/>
              <a:gd name="connsiteX14" fmla="*/ 7164353 w 7767416"/>
              <a:gd name="connsiteY14" fmla="*/ 0 h 6777596"/>
              <a:gd name="connsiteX15" fmla="*/ 3936690 w 7767416"/>
              <a:gd name="connsiteY15" fmla="*/ 5966271 h 6777596"/>
              <a:gd name="connsiteX16" fmla="*/ 3534563 w 7767416"/>
              <a:gd name="connsiteY16" fmla="*/ 5748726 h 6777596"/>
              <a:gd name="connsiteX17" fmla="*/ 6017810 w 7767416"/>
              <a:gd name="connsiteY17" fmla="*/ 0 h 6777596"/>
              <a:gd name="connsiteX18" fmla="*/ 6537626 w 7767416"/>
              <a:gd name="connsiteY18" fmla="*/ 0 h 6777596"/>
              <a:gd name="connsiteX19" fmla="*/ 3371597 w 7767416"/>
              <a:gd name="connsiteY19" fmla="*/ 5852342 h 6777596"/>
              <a:gd name="connsiteX20" fmla="*/ 2969470 w 7767416"/>
              <a:gd name="connsiteY20" fmla="*/ 5634798 h 6777596"/>
              <a:gd name="connsiteX21" fmla="*/ 5391082 w 7767416"/>
              <a:gd name="connsiteY21" fmla="*/ 0 h 6777596"/>
              <a:gd name="connsiteX22" fmla="*/ 5910897 w 7767416"/>
              <a:gd name="connsiteY22" fmla="*/ 0 h 6777596"/>
              <a:gd name="connsiteX23" fmla="*/ 3063713 w 7767416"/>
              <a:gd name="connsiteY23" fmla="*/ 5262964 h 6777596"/>
              <a:gd name="connsiteX24" fmla="*/ 2661586 w 7767416"/>
              <a:gd name="connsiteY24" fmla="*/ 5045420 h 6777596"/>
              <a:gd name="connsiteX25" fmla="*/ 4764354 w 7767416"/>
              <a:gd name="connsiteY25" fmla="*/ 0 h 6777596"/>
              <a:gd name="connsiteX26" fmla="*/ 5284169 w 7767416"/>
              <a:gd name="connsiteY26" fmla="*/ 0 h 6777596"/>
              <a:gd name="connsiteX27" fmla="*/ 2900020 w 7767416"/>
              <a:gd name="connsiteY27" fmla="*/ 4407053 h 6777596"/>
              <a:gd name="connsiteX28" fmla="*/ 2497893 w 7767416"/>
              <a:gd name="connsiteY28" fmla="*/ 4189509 h 6777596"/>
              <a:gd name="connsiteX29" fmla="*/ 4137627 w 7767416"/>
              <a:gd name="connsiteY29" fmla="*/ 0 h 6777596"/>
              <a:gd name="connsiteX30" fmla="*/ 4657442 w 7767416"/>
              <a:gd name="connsiteY30" fmla="*/ 0 h 6777596"/>
              <a:gd name="connsiteX31" fmla="*/ 2118158 w 7767416"/>
              <a:gd name="connsiteY31" fmla="*/ 4693817 h 6777596"/>
              <a:gd name="connsiteX32" fmla="*/ 1716031 w 7767416"/>
              <a:gd name="connsiteY32" fmla="*/ 4476272 h 6777596"/>
              <a:gd name="connsiteX33" fmla="*/ 3510898 w 7767416"/>
              <a:gd name="connsiteY33" fmla="*/ 0 h 6777596"/>
              <a:gd name="connsiteX34" fmla="*/ 4030714 w 7767416"/>
              <a:gd name="connsiteY34" fmla="*/ 0 h 6777596"/>
              <a:gd name="connsiteX35" fmla="*/ 1997663 w 7767416"/>
              <a:gd name="connsiteY35" fmla="*/ 3758054 h 6777596"/>
              <a:gd name="connsiteX36" fmla="*/ 1595536 w 7767416"/>
              <a:gd name="connsiteY36" fmla="*/ 3540509 h 6777596"/>
              <a:gd name="connsiteX37" fmla="*/ 2884170 w 7767416"/>
              <a:gd name="connsiteY37" fmla="*/ 0 h 6777596"/>
              <a:gd name="connsiteX38" fmla="*/ 3403986 w 7767416"/>
              <a:gd name="connsiteY38" fmla="*/ 0 h 6777596"/>
              <a:gd name="connsiteX39" fmla="*/ 1715921 w 7767416"/>
              <a:gd name="connsiteY39" fmla="*/ 3120354 h 6777596"/>
              <a:gd name="connsiteX40" fmla="*/ 1313794 w 7767416"/>
              <a:gd name="connsiteY40" fmla="*/ 2902810 h 6777596"/>
              <a:gd name="connsiteX41" fmla="*/ 2257443 w 7767416"/>
              <a:gd name="connsiteY41" fmla="*/ 0 h 6777596"/>
              <a:gd name="connsiteX42" fmla="*/ 2777258 w 7767416"/>
              <a:gd name="connsiteY42" fmla="*/ 0 h 6777596"/>
              <a:gd name="connsiteX43" fmla="*/ 1541206 w 7767416"/>
              <a:gd name="connsiteY43" fmla="*/ 2284819 h 6777596"/>
              <a:gd name="connsiteX44" fmla="*/ 1139079 w 7767416"/>
              <a:gd name="connsiteY44" fmla="*/ 2067274 h 6777596"/>
              <a:gd name="connsiteX45" fmla="*/ 1630716 w 7767416"/>
              <a:gd name="connsiteY45" fmla="*/ 0 h 6777596"/>
              <a:gd name="connsiteX46" fmla="*/ 2150531 w 7767416"/>
              <a:gd name="connsiteY46" fmla="*/ 0 h 6777596"/>
              <a:gd name="connsiteX47" fmla="*/ 840733 w 7767416"/>
              <a:gd name="connsiteY47" fmla="*/ 2421135 h 6777596"/>
              <a:gd name="connsiteX48" fmla="*/ 438606 w 7767416"/>
              <a:gd name="connsiteY48" fmla="*/ 2203590 h 6777596"/>
              <a:gd name="connsiteX49" fmla="*/ 1003987 w 7767416"/>
              <a:gd name="connsiteY49" fmla="*/ 0 h 6777596"/>
              <a:gd name="connsiteX50" fmla="*/ 1523803 w 7767416"/>
              <a:gd name="connsiteY50" fmla="*/ 0 h 6777596"/>
              <a:gd name="connsiteX51" fmla="*/ 584934 w 7767416"/>
              <a:gd name="connsiteY51" fmla="*/ 1735481 h 6777596"/>
              <a:gd name="connsiteX52" fmla="*/ 182807 w 7767416"/>
              <a:gd name="connsiteY52" fmla="*/ 1517936 h 6777596"/>
              <a:gd name="connsiteX53" fmla="*/ 377260 w 7767416"/>
              <a:gd name="connsiteY53" fmla="*/ 0 h 6777596"/>
              <a:gd name="connsiteX54" fmla="*/ 897075 w 7767416"/>
              <a:gd name="connsiteY54" fmla="*/ 0 h 6777596"/>
              <a:gd name="connsiteX55" fmla="*/ 402127 w 7767416"/>
              <a:gd name="connsiteY55" fmla="*/ 914901 h 6777596"/>
              <a:gd name="connsiteX56" fmla="*/ 0 w 7767416"/>
              <a:gd name="connsiteY56" fmla="*/ 697357 h 677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767416" h="6777596">
                <a:moveTo>
                  <a:pt x="7767416" y="1399861"/>
                </a:moveTo>
                <a:lnTo>
                  <a:pt x="7767416" y="2360732"/>
                </a:lnTo>
                <a:lnTo>
                  <a:pt x="5766870" y="6058701"/>
                </a:lnTo>
                <a:lnTo>
                  <a:pt x="5364742" y="5841156"/>
                </a:lnTo>
                <a:close/>
                <a:moveTo>
                  <a:pt x="7767416" y="241367"/>
                </a:moveTo>
                <a:lnTo>
                  <a:pt x="7767416" y="1202237"/>
                </a:lnTo>
                <a:lnTo>
                  <a:pt x="5008532" y="6301980"/>
                </a:lnTo>
                <a:lnTo>
                  <a:pt x="4606405" y="6084435"/>
                </a:lnTo>
                <a:close/>
                <a:moveTo>
                  <a:pt x="7271266" y="0"/>
                </a:moveTo>
                <a:lnTo>
                  <a:pt x="7767416" y="0"/>
                </a:lnTo>
                <a:lnTo>
                  <a:pt x="7767416" y="43746"/>
                </a:lnTo>
                <a:lnTo>
                  <a:pt x="4124504" y="6777596"/>
                </a:lnTo>
                <a:lnTo>
                  <a:pt x="3722377" y="6560053"/>
                </a:lnTo>
                <a:close/>
                <a:moveTo>
                  <a:pt x="6644537" y="0"/>
                </a:moveTo>
                <a:lnTo>
                  <a:pt x="7164353" y="0"/>
                </a:lnTo>
                <a:lnTo>
                  <a:pt x="3936690" y="5966271"/>
                </a:lnTo>
                <a:lnTo>
                  <a:pt x="3534563" y="5748726"/>
                </a:lnTo>
                <a:close/>
                <a:moveTo>
                  <a:pt x="6017810" y="0"/>
                </a:moveTo>
                <a:lnTo>
                  <a:pt x="6537626" y="0"/>
                </a:lnTo>
                <a:lnTo>
                  <a:pt x="3371597" y="5852342"/>
                </a:lnTo>
                <a:lnTo>
                  <a:pt x="2969470" y="5634798"/>
                </a:lnTo>
                <a:close/>
                <a:moveTo>
                  <a:pt x="5391082" y="0"/>
                </a:moveTo>
                <a:lnTo>
                  <a:pt x="5910897" y="0"/>
                </a:lnTo>
                <a:lnTo>
                  <a:pt x="3063713" y="5262964"/>
                </a:lnTo>
                <a:lnTo>
                  <a:pt x="2661586" y="5045420"/>
                </a:lnTo>
                <a:close/>
                <a:moveTo>
                  <a:pt x="4764354" y="0"/>
                </a:moveTo>
                <a:lnTo>
                  <a:pt x="5284169" y="0"/>
                </a:lnTo>
                <a:lnTo>
                  <a:pt x="2900020" y="4407053"/>
                </a:lnTo>
                <a:lnTo>
                  <a:pt x="2497893" y="4189509"/>
                </a:lnTo>
                <a:close/>
                <a:moveTo>
                  <a:pt x="4137627" y="0"/>
                </a:moveTo>
                <a:lnTo>
                  <a:pt x="4657442" y="0"/>
                </a:lnTo>
                <a:lnTo>
                  <a:pt x="2118158" y="4693817"/>
                </a:lnTo>
                <a:lnTo>
                  <a:pt x="1716031" y="4476272"/>
                </a:lnTo>
                <a:close/>
                <a:moveTo>
                  <a:pt x="3510898" y="0"/>
                </a:moveTo>
                <a:lnTo>
                  <a:pt x="4030714" y="0"/>
                </a:lnTo>
                <a:lnTo>
                  <a:pt x="1997663" y="3758054"/>
                </a:lnTo>
                <a:lnTo>
                  <a:pt x="1595536" y="3540509"/>
                </a:lnTo>
                <a:close/>
                <a:moveTo>
                  <a:pt x="2884170" y="0"/>
                </a:moveTo>
                <a:lnTo>
                  <a:pt x="3403986" y="0"/>
                </a:lnTo>
                <a:lnTo>
                  <a:pt x="1715921" y="3120354"/>
                </a:lnTo>
                <a:lnTo>
                  <a:pt x="1313794" y="2902810"/>
                </a:lnTo>
                <a:close/>
                <a:moveTo>
                  <a:pt x="2257443" y="0"/>
                </a:moveTo>
                <a:lnTo>
                  <a:pt x="2777258" y="0"/>
                </a:lnTo>
                <a:lnTo>
                  <a:pt x="1541206" y="2284819"/>
                </a:lnTo>
                <a:lnTo>
                  <a:pt x="1139079" y="2067274"/>
                </a:lnTo>
                <a:close/>
                <a:moveTo>
                  <a:pt x="1630716" y="0"/>
                </a:moveTo>
                <a:lnTo>
                  <a:pt x="2150531" y="0"/>
                </a:lnTo>
                <a:lnTo>
                  <a:pt x="840733" y="2421135"/>
                </a:lnTo>
                <a:lnTo>
                  <a:pt x="438606" y="2203590"/>
                </a:lnTo>
                <a:close/>
                <a:moveTo>
                  <a:pt x="1003987" y="0"/>
                </a:moveTo>
                <a:lnTo>
                  <a:pt x="1523803" y="0"/>
                </a:lnTo>
                <a:lnTo>
                  <a:pt x="584934" y="1735481"/>
                </a:lnTo>
                <a:lnTo>
                  <a:pt x="182807" y="1517936"/>
                </a:lnTo>
                <a:close/>
                <a:moveTo>
                  <a:pt x="377260" y="0"/>
                </a:moveTo>
                <a:lnTo>
                  <a:pt x="897075" y="0"/>
                </a:lnTo>
                <a:lnTo>
                  <a:pt x="402127" y="914901"/>
                </a:lnTo>
                <a:lnTo>
                  <a:pt x="0" y="6973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0838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31EAEB9F-11FD-4A38-A858-5235F8507B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8638" y="551833"/>
            <a:ext cx="5317686" cy="4185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337EED-6D2F-4724-A299-87463BE129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5676" y="2134199"/>
            <a:ext cx="5317686" cy="4185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48344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1A6D4F-FC45-4108-AABF-2153E98FEC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511468" cy="6858000"/>
          </a:xfrm>
          <a:custGeom>
            <a:avLst/>
            <a:gdLst>
              <a:gd name="connsiteX0" fmla="*/ 3705667 w 9511468"/>
              <a:gd name="connsiteY0" fmla="*/ 0 h 6858000"/>
              <a:gd name="connsiteX1" fmla="*/ 9511468 w 9511468"/>
              <a:gd name="connsiteY1" fmla="*/ 0 h 6858000"/>
              <a:gd name="connsiteX2" fmla="*/ 4549568 w 9511468"/>
              <a:gd name="connsiteY2" fmla="*/ 6858000 h 6858000"/>
              <a:gd name="connsiteX3" fmla="*/ 0 w 9511468"/>
              <a:gd name="connsiteY3" fmla="*/ 6858000 h 6858000"/>
              <a:gd name="connsiteX4" fmla="*/ 0 w 9511468"/>
              <a:gd name="connsiteY4" fmla="*/ 51217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1468" h="6858000">
                <a:moveTo>
                  <a:pt x="3705667" y="0"/>
                </a:moveTo>
                <a:lnTo>
                  <a:pt x="9511468" y="0"/>
                </a:lnTo>
                <a:lnTo>
                  <a:pt x="4549568" y="6858000"/>
                </a:lnTo>
                <a:lnTo>
                  <a:pt x="0" y="6858000"/>
                </a:lnTo>
                <a:lnTo>
                  <a:pt x="0" y="512172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25986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337EED-6D2F-4724-A299-87463BE129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9480" y="1157591"/>
            <a:ext cx="10893040" cy="454281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87197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964E96-60CB-4686-890C-74DB60B28B94}"/>
              </a:ext>
            </a:extLst>
          </p:cNvPr>
          <p:cNvSpPr/>
          <p:nvPr userDrawn="1"/>
        </p:nvSpPr>
        <p:spPr>
          <a:xfrm>
            <a:off x="826852" y="0"/>
            <a:ext cx="4562272" cy="41731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31EAEB9F-11FD-4A38-A858-5235F8507B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90281" y="3287949"/>
            <a:ext cx="8874868" cy="29223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82471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9AA8BA-F171-4BD8-A11D-2DC0122F65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80714" y="121525"/>
            <a:ext cx="8411286" cy="6736476"/>
          </a:xfrm>
          <a:custGeom>
            <a:avLst/>
            <a:gdLst>
              <a:gd name="connsiteX0" fmla="*/ 5699762 w 8411286"/>
              <a:gd name="connsiteY0" fmla="*/ 5934811 h 6736476"/>
              <a:gd name="connsiteX1" fmla="*/ 5699473 w 8411286"/>
              <a:gd name="connsiteY1" fmla="*/ 5964269 h 6736476"/>
              <a:gd name="connsiteX2" fmla="*/ 5704951 w 8411286"/>
              <a:gd name="connsiteY2" fmla="*/ 6001406 h 6736476"/>
              <a:gd name="connsiteX3" fmla="*/ 5700507 w 8411286"/>
              <a:gd name="connsiteY3" fmla="*/ 5913361 h 6736476"/>
              <a:gd name="connsiteX4" fmla="*/ 5699940 w 8411286"/>
              <a:gd name="connsiteY4" fmla="*/ 5916657 h 6736476"/>
              <a:gd name="connsiteX5" fmla="*/ 5699858 w 8411286"/>
              <a:gd name="connsiteY5" fmla="*/ 5924998 h 6736476"/>
              <a:gd name="connsiteX6" fmla="*/ 6937173 w 8411286"/>
              <a:gd name="connsiteY6" fmla="*/ 0 h 6736476"/>
              <a:gd name="connsiteX7" fmla="*/ 7112847 w 8411286"/>
              <a:gd name="connsiteY7" fmla="*/ 0 h 6736476"/>
              <a:gd name="connsiteX8" fmla="*/ 7165550 w 8411286"/>
              <a:gd name="connsiteY8" fmla="*/ 31998 h 6736476"/>
              <a:gd name="connsiteX9" fmla="*/ 7230172 w 8411286"/>
              <a:gd name="connsiteY9" fmla="*/ 147441 h 6736476"/>
              <a:gd name="connsiteX10" fmla="*/ 7308598 w 8411286"/>
              <a:gd name="connsiteY10" fmla="*/ 296136 h 6736476"/>
              <a:gd name="connsiteX11" fmla="*/ 7361927 w 8411286"/>
              <a:gd name="connsiteY11" fmla="*/ 334407 h 6736476"/>
              <a:gd name="connsiteX12" fmla="*/ 7786681 w 8411286"/>
              <a:gd name="connsiteY12" fmla="*/ 1054668 h 6736476"/>
              <a:gd name="connsiteX13" fmla="*/ 7843148 w 8411286"/>
              <a:gd name="connsiteY13" fmla="*/ 1247910 h 6736476"/>
              <a:gd name="connsiteX14" fmla="*/ 7989333 w 8411286"/>
              <a:gd name="connsiteY14" fmla="*/ 1492598 h 6736476"/>
              <a:gd name="connsiteX15" fmla="*/ 8255980 w 8411286"/>
              <a:gd name="connsiteY15" fmla="*/ 2013344 h 6736476"/>
              <a:gd name="connsiteX16" fmla="*/ 8328759 w 8411286"/>
              <a:gd name="connsiteY16" fmla="*/ 2595576 h 6736476"/>
              <a:gd name="connsiteX17" fmla="*/ 8394636 w 8411286"/>
              <a:gd name="connsiteY17" fmla="*/ 3388617 h 6736476"/>
              <a:gd name="connsiteX18" fmla="*/ 8411286 w 8411286"/>
              <a:gd name="connsiteY18" fmla="*/ 3449238 h 6736476"/>
              <a:gd name="connsiteX19" fmla="*/ 8411286 w 8411286"/>
              <a:gd name="connsiteY19" fmla="*/ 6736476 h 6736476"/>
              <a:gd name="connsiteX20" fmla="*/ 7208192 w 8411286"/>
              <a:gd name="connsiteY20" fmla="*/ 6736476 h 6736476"/>
              <a:gd name="connsiteX21" fmla="*/ 7224525 w 8411286"/>
              <a:gd name="connsiteY21" fmla="*/ 6699435 h 6736476"/>
              <a:gd name="connsiteX22" fmla="*/ 7211350 w 8411286"/>
              <a:gd name="connsiteY22" fmla="*/ 6671829 h 6736476"/>
              <a:gd name="connsiteX23" fmla="*/ 7184371 w 8411286"/>
              <a:gd name="connsiteY23" fmla="*/ 6683122 h 6736476"/>
              <a:gd name="connsiteX24" fmla="*/ 7158021 w 8411286"/>
              <a:gd name="connsiteY24" fmla="*/ 6721394 h 6736476"/>
              <a:gd name="connsiteX25" fmla="*/ 7140347 w 8411286"/>
              <a:gd name="connsiteY25" fmla="*/ 6736476 h 6736476"/>
              <a:gd name="connsiteX26" fmla="*/ 7106917 w 8411286"/>
              <a:gd name="connsiteY26" fmla="*/ 6736476 h 6736476"/>
              <a:gd name="connsiteX27" fmla="*/ 7103015 w 8411286"/>
              <a:gd name="connsiteY27" fmla="*/ 6712307 h 6736476"/>
              <a:gd name="connsiteX28" fmla="*/ 7059519 w 8411286"/>
              <a:gd name="connsiteY28" fmla="*/ 6580228 h 6736476"/>
              <a:gd name="connsiteX29" fmla="*/ 7043833 w 8411286"/>
              <a:gd name="connsiteY29" fmla="*/ 6663045 h 6736476"/>
              <a:gd name="connsiteX30" fmla="*/ 7051205 w 8411286"/>
              <a:gd name="connsiteY30" fmla="*/ 6724845 h 6736476"/>
              <a:gd name="connsiteX31" fmla="*/ 7052770 w 8411286"/>
              <a:gd name="connsiteY31" fmla="*/ 6736476 h 6736476"/>
              <a:gd name="connsiteX32" fmla="*/ 6976399 w 8411286"/>
              <a:gd name="connsiteY32" fmla="*/ 6736476 h 6736476"/>
              <a:gd name="connsiteX33" fmla="*/ 6969171 w 8411286"/>
              <a:gd name="connsiteY33" fmla="*/ 6722022 h 6736476"/>
              <a:gd name="connsiteX34" fmla="*/ 6965668 w 8411286"/>
              <a:gd name="connsiteY34" fmla="*/ 6736476 h 6736476"/>
              <a:gd name="connsiteX35" fmla="*/ 5912639 w 8411286"/>
              <a:gd name="connsiteY35" fmla="*/ 6736476 h 6736476"/>
              <a:gd name="connsiteX36" fmla="*/ 5766309 w 8411286"/>
              <a:gd name="connsiteY36" fmla="*/ 6264493 h 6736476"/>
              <a:gd name="connsiteX37" fmla="*/ 5730397 w 8411286"/>
              <a:gd name="connsiteY37" fmla="*/ 6316172 h 6736476"/>
              <a:gd name="connsiteX38" fmla="*/ 5716685 w 8411286"/>
              <a:gd name="connsiteY38" fmla="*/ 6345706 h 6736476"/>
              <a:gd name="connsiteX39" fmla="*/ 5642847 w 8411286"/>
              <a:gd name="connsiteY39" fmla="*/ 6530301 h 6736476"/>
              <a:gd name="connsiteX40" fmla="*/ 5571861 w 8411286"/>
              <a:gd name="connsiteY40" fmla="*/ 6640910 h 6736476"/>
              <a:gd name="connsiteX41" fmla="*/ 5532211 w 8411286"/>
              <a:gd name="connsiteY41" fmla="*/ 6736476 h 6736476"/>
              <a:gd name="connsiteX42" fmla="*/ 5291750 w 8411286"/>
              <a:gd name="connsiteY42" fmla="*/ 6736476 h 6736476"/>
              <a:gd name="connsiteX43" fmla="*/ 5314799 w 8411286"/>
              <a:gd name="connsiteY43" fmla="*/ 6682196 h 6736476"/>
              <a:gd name="connsiteX44" fmla="*/ 5336949 w 8411286"/>
              <a:gd name="connsiteY44" fmla="*/ 6127357 h 6736476"/>
              <a:gd name="connsiteX45" fmla="*/ 5305304 w 8411286"/>
              <a:gd name="connsiteY45" fmla="*/ 6110481 h 6736476"/>
              <a:gd name="connsiteX46" fmla="*/ 5111217 w 8411286"/>
              <a:gd name="connsiteY46" fmla="*/ 6218074 h 6736476"/>
              <a:gd name="connsiteX47" fmla="*/ 5080627 w 8411286"/>
              <a:gd name="connsiteY47" fmla="*/ 6304567 h 6736476"/>
              <a:gd name="connsiteX48" fmla="*/ 5130204 w 8411286"/>
              <a:gd name="connsiteY48" fmla="*/ 6400558 h 6736476"/>
              <a:gd name="connsiteX49" fmla="*/ 5197713 w 8411286"/>
              <a:gd name="connsiteY49" fmla="*/ 6657933 h 6736476"/>
              <a:gd name="connsiteX50" fmla="*/ 5190329 w 8411286"/>
              <a:gd name="connsiteY50" fmla="*/ 6723333 h 6736476"/>
              <a:gd name="connsiteX51" fmla="*/ 5190795 w 8411286"/>
              <a:gd name="connsiteY51" fmla="*/ 6736476 h 6736476"/>
              <a:gd name="connsiteX52" fmla="*/ 5114216 w 8411286"/>
              <a:gd name="connsiteY52" fmla="*/ 6736476 h 6736476"/>
              <a:gd name="connsiteX53" fmla="*/ 5090121 w 8411286"/>
              <a:gd name="connsiteY53" fmla="*/ 6712785 h 6736476"/>
              <a:gd name="connsiteX54" fmla="*/ 5078517 w 8411286"/>
              <a:gd name="connsiteY54" fmla="*/ 6664264 h 6736476"/>
              <a:gd name="connsiteX55" fmla="*/ 4997297 w 8411286"/>
              <a:gd name="connsiteY55" fmla="*/ 6540849 h 6736476"/>
              <a:gd name="connsiteX56" fmla="*/ 4908691 w 8411286"/>
              <a:gd name="connsiteY56" fmla="*/ 6426928 h 6736476"/>
              <a:gd name="connsiteX57" fmla="*/ 4889705 w 8411286"/>
              <a:gd name="connsiteY57" fmla="*/ 6356255 h 6736476"/>
              <a:gd name="connsiteX58" fmla="*/ 4786333 w 8411286"/>
              <a:gd name="connsiteY58" fmla="*/ 6299293 h 6736476"/>
              <a:gd name="connsiteX59" fmla="*/ 4495200 w 8411286"/>
              <a:gd name="connsiteY59" fmla="*/ 6323556 h 6736476"/>
              <a:gd name="connsiteX60" fmla="*/ 4150274 w 8411286"/>
              <a:gd name="connsiteY60" fmla="*/ 6322500 h 6736476"/>
              <a:gd name="connsiteX61" fmla="*/ 3989940 w 8411286"/>
              <a:gd name="connsiteY61" fmla="*/ 6338322 h 6736476"/>
              <a:gd name="connsiteX62" fmla="*/ 3937199 w 8411286"/>
              <a:gd name="connsiteY62" fmla="*/ 6367857 h 6736476"/>
              <a:gd name="connsiteX63" fmla="*/ 3891842 w 8411286"/>
              <a:gd name="connsiteY63" fmla="*/ 6415324 h 6736476"/>
              <a:gd name="connsiteX64" fmla="*/ 3810620 w 8411286"/>
              <a:gd name="connsiteY64" fmla="*/ 6455409 h 6736476"/>
              <a:gd name="connsiteX65" fmla="*/ 3670329 w 8411286"/>
              <a:gd name="connsiteY65" fmla="*/ 6521863 h 6736476"/>
              <a:gd name="connsiteX66" fmla="*/ 3665055 w 8411286"/>
              <a:gd name="connsiteY66" fmla="*/ 6555617 h 6736476"/>
              <a:gd name="connsiteX67" fmla="*/ 3677927 w 8411286"/>
              <a:gd name="connsiteY67" fmla="*/ 6663210 h 6736476"/>
              <a:gd name="connsiteX68" fmla="*/ 3699047 w 8411286"/>
              <a:gd name="connsiteY68" fmla="*/ 6736476 h 6736476"/>
              <a:gd name="connsiteX69" fmla="*/ 2645249 w 8411286"/>
              <a:gd name="connsiteY69" fmla="*/ 6736476 h 6736476"/>
              <a:gd name="connsiteX70" fmla="*/ 2742086 w 8411286"/>
              <a:gd name="connsiteY70" fmla="*/ 6647385 h 6736476"/>
              <a:gd name="connsiteX71" fmla="*/ 2743140 w 8411286"/>
              <a:gd name="connsiteY71" fmla="*/ 6603084 h 6736476"/>
              <a:gd name="connsiteX72" fmla="*/ 2687235 w 8411286"/>
              <a:gd name="connsiteY72" fmla="*/ 6550343 h 6736476"/>
              <a:gd name="connsiteX73" fmla="*/ 2540616 w 8411286"/>
              <a:gd name="connsiteY73" fmla="*/ 6362583 h 6736476"/>
              <a:gd name="connsiteX74" fmla="*/ 2301170 w 8411286"/>
              <a:gd name="connsiteY74" fmla="*/ 6031369 h 6736476"/>
              <a:gd name="connsiteX75" fmla="*/ 2170371 w 8411286"/>
              <a:gd name="connsiteY75" fmla="*/ 5803528 h 6736476"/>
              <a:gd name="connsiteX76" fmla="*/ 2008983 w 8411286"/>
              <a:gd name="connsiteY76" fmla="*/ 5434340 h 6736476"/>
              <a:gd name="connsiteX77" fmla="*/ 1746334 w 8411286"/>
              <a:gd name="connsiteY77" fmla="*/ 4914312 h 6736476"/>
              <a:gd name="connsiteX78" fmla="*/ 1717853 w 8411286"/>
              <a:gd name="connsiteY78" fmla="*/ 4846804 h 6736476"/>
              <a:gd name="connsiteX79" fmla="*/ 1620809 w 8411286"/>
              <a:gd name="connsiteY79" fmla="*/ 4780349 h 6736476"/>
              <a:gd name="connsiteX80" fmla="*/ 1502668 w 8411286"/>
              <a:gd name="connsiteY80" fmla="*/ 4732882 h 6736476"/>
              <a:gd name="connsiteX81" fmla="*/ 1431996 w 8411286"/>
              <a:gd name="connsiteY81" fmla="*/ 4659044 h 6736476"/>
              <a:gd name="connsiteX82" fmla="*/ 1147194 w 8411286"/>
              <a:gd name="connsiteY82" fmla="*/ 4510315 h 6736476"/>
              <a:gd name="connsiteX83" fmla="*/ 933065 w 8411286"/>
              <a:gd name="connsiteY83" fmla="*/ 4520863 h 6736476"/>
              <a:gd name="connsiteX84" fmla="*/ 779062 w 8411286"/>
              <a:gd name="connsiteY84" fmla="*/ 4470232 h 6736476"/>
              <a:gd name="connsiteX85" fmla="*/ 715772 w 8411286"/>
              <a:gd name="connsiteY85" fmla="*/ 4415381 h 6736476"/>
              <a:gd name="connsiteX86" fmla="*/ 583919 w 8411286"/>
              <a:gd name="connsiteY86" fmla="*/ 4235007 h 6736476"/>
              <a:gd name="connsiteX87" fmla="*/ 567041 w 8411286"/>
              <a:gd name="connsiteY87" fmla="*/ 3954424 h 6736476"/>
              <a:gd name="connsiteX88" fmla="*/ 635604 w 8411286"/>
              <a:gd name="connsiteY88" fmla="*/ 3848942 h 6736476"/>
              <a:gd name="connsiteX89" fmla="*/ 728428 w 8411286"/>
              <a:gd name="connsiteY89" fmla="*/ 3725527 h 6736476"/>
              <a:gd name="connsiteX90" fmla="*/ 756909 w 8411286"/>
              <a:gd name="connsiteY90" fmla="*/ 3679114 h 6736476"/>
              <a:gd name="connsiteX91" fmla="*/ 798047 w 8411286"/>
              <a:gd name="connsiteY91" fmla="*/ 3627429 h 6736476"/>
              <a:gd name="connsiteX92" fmla="*/ 804376 w 8411286"/>
              <a:gd name="connsiteY92" fmla="*/ 3462877 h 6736476"/>
              <a:gd name="connsiteX93" fmla="*/ 693620 w 8411286"/>
              <a:gd name="connsiteY93" fmla="*/ 3265625 h 6736476"/>
              <a:gd name="connsiteX94" fmla="*/ 730538 w 8411286"/>
              <a:gd name="connsiteY94" fmla="*/ 3218158 h 6736476"/>
              <a:gd name="connsiteX95" fmla="*/ 796992 w 8411286"/>
              <a:gd name="connsiteY95" fmla="*/ 3235034 h 6736476"/>
              <a:gd name="connsiteX96" fmla="*/ 844459 w 8411286"/>
              <a:gd name="connsiteY96" fmla="*/ 3233980 h 6736476"/>
              <a:gd name="connsiteX97" fmla="*/ 841295 w 8411286"/>
              <a:gd name="connsiteY97" fmla="*/ 3199171 h 6736476"/>
              <a:gd name="connsiteX98" fmla="*/ 800158 w 8411286"/>
              <a:gd name="connsiteY98" fmla="*/ 3174911 h 6736476"/>
              <a:gd name="connsiteX99" fmla="*/ 615564 w 8411286"/>
              <a:gd name="connsiteY99" fmla="*/ 3159086 h 6736476"/>
              <a:gd name="connsiteX100" fmla="*/ 235828 w 8411286"/>
              <a:gd name="connsiteY100" fmla="*/ 3056770 h 6736476"/>
              <a:gd name="connsiteX101" fmla="*/ 50177 w 8411286"/>
              <a:gd name="connsiteY101" fmla="*/ 2912259 h 6736476"/>
              <a:gd name="connsiteX102" fmla="*/ 1656 w 8411286"/>
              <a:gd name="connsiteY102" fmla="*/ 2697076 h 6736476"/>
              <a:gd name="connsiteX103" fmla="*/ 103975 w 8411286"/>
              <a:gd name="connsiteY103" fmla="*/ 2348984 h 6736476"/>
              <a:gd name="connsiteX104" fmla="*/ 149331 w 8411286"/>
              <a:gd name="connsiteY104" fmla="*/ 2344764 h 6736476"/>
              <a:gd name="connsiteX105" fmla="*/ 134563 w 8411286"/>
              <a:gd name="connsiteY105" fmla="*/ 2317339 h 6736476"/>
              <a:gd name="connsiteX106" fmla="*/ 191525 w 8411286"/>
              <a:gd name="connsiteY106" fmla="*/ 2400669 h 6736476"/>
              <a:gd name="connsiteX107" fmla="*/ 166208 w 8411286"/>
              <a:gd name="connsiteY107" fmla="*/ 2585263 h 6736476"/>
              <a:gd name="connsiteX108" fmla="*/ 160934 w 8411286"/>
              <a:gd name="connsiteY108" fmla="*/ 2716062 h 6736476"/>
              <a:gd name="connsiteX109" fmla="*/ 207347 w 8411286"/>
              <a:gd name="connsiteY109" fmla="*/ 2771968 h 6736476"/>
              <a:gd name="connsiteX110" fmla="*/ 523794 w 8411286"/>
              <a:gd name="connsiteY110" fmla="*/ 2843695 h 6736476"/>
              <a:gd name="connsiteX111" fmla="*/ 1049096 w 8411286"/>
              <a:gd name="connsiteY111" fmla="*/ 2824709 h 6736476"/>
              <a:gd name="connsiteX112" fmla="*/ 1113439 w 8411286"/>
              <a:gd name="connsiteY112" fmla="*/ 2786736 h 6736476"/>
              <a:gd name="connsiteX113" fmla="*/ 1546971 w 8411286"/>
              <a:gd name="connsiteY113" fmla="*/ 2606360 h 6736476"/>
              <a:gd name="connsiteX114" fmla="*/ 1784306 w 8411286"/>
              <a:gd name="connsiteY114" fmla="*/ 2570497 h 6736476"/>
              <a:gd name="connsiteX115" fmla="*/ 1917215 w 8411286"/>
              <a:gd name="connsiteY115" fmla="*/ 2546234 h 6736476"/>
              <a:gd name="connsiteX116" fmla="*/ 2025860 w 8411286"/>
              <a:gd name="connsiteY116" fmla="*/ 2568387 h 6736476"/>
              <a:gd name="connsiteX117" fmla="*/ 2092315 w 8411286"/>
              <a:gd name="connsiteY117" fmla="*/ 2577879 h 6736476"/>
              <a:gd name="connsiteX118" fmla="*/ 2156659 w 8411286"/>
              <a:gd name="connsiteY118" fmla="*/ 2562057 h 6736476"/>
              <a:gd name="connsiteX119" fmla="*/ 2279017 w 8411286"/>
              <a:gd name="connsiteY119" fmla="*/ 2608470 h 6736476"/>
              <a:gd name="connsiteX120" fmla="*/ 2316992 w 8411286"/>
              <a:gd name="connsiteY120" fmla="*/ 2628512 h 6736476"/>
              <a:gd name="connsiteX121" fmla="*/ 2459391 w 8411286"/>
              <a:gd name="connsiteY121" fmla="*/ 2628512 h 6736476"/>
              <a:gd name="connsiteX122" fmla="*/ 2417198 w 8411286"/>
              <a:gd name="connsiteY122" fmla="*/ 2585263 h 6736476"/>
              <a:gd name="connsiteX123" fmla="*/ 2108138 w 8411286"/>
              <a:gd name="connsiteY123" fmla="*/ 2382739 h 6736476"/>
              <a:gd name="connsiteX124" fmla="*/ 1772704 w 8411286"/>
              <a:gd name="connsiteY124" fmla="*/ 2105321 h 6736476"/>
              <a:gd name="connsiteX125" fmla="*/ 1714689 w 8411286"/>
              <a:gd name="connsiteY125" fmla="*/ 1995618 h 6736476"/>
              <a:gd name="connsiteX126" fmla="*/ 1738949 w 8411286"/>
              <a:gd name="connsiteY126" fmla="*/ 1969247 h 6736476"/>
              <a:gd name="connsiteX127" fmla="*/ 1819115 w 8411286"/>
              <a:gd name="connsiteY127" fmla="*/ 2000892 h 6736476"/>
              <a:gd name="connsiteX128" fmla="*/ 2635547 w 8411286"/>
              <a:gd name="connsiteY128" fmla="*/ 2418601 h 6736476"/>
              <a:gd name="connsiteX129" fmla="*/ 2734702 w 8411286"/>
              <a:gd name="connsiteY129" fmla="*/ 2456576 h 6736476"/>
              <a:gd name="connsiteX130" fmla="*/ 2884487 w 8411286"/>
              <a:gd name="connsiteY130" fmla="*/ 2744543 h 6736476"/>
              <a:gd name="connsiteX131" fmla="*/ 2753688 w 8411286"/>
              <a:gd name="connsiteY131" fmla="*/ 2889052 h 6736476"/>
              <a:gd name="connsiteX132" fmla="*/ 2565930 w 8411286"/>
              <a:gd name="connsiteY132" fmla="*/ 2950231 h 6736476"/>
              <a:gd name="connsiteX133" fmla="*/ 2551164 w 8411286"/>
              <a:gd name="connsiteY133" fmla="*/ 2958672 h 6736476"/>
              <a:gd name="connsiteX134" fmla="*/ 2756852 w 8411286"/>
              <a:gd name="connsiteY134" fmla="*/ 3079977 h 6736476"/>
              <a:gd name="connsiteX135" fmla="*/ 3097560 w 8411286"/>
              <a:gd name="connsiteY135" fmla="*/ 3270899 h 6736476"/>
              <a:gd name="connsiteX136" fmla="*/ 3309581 w 8411286"/>
              <a:gd name="connsiteY136" fmla="*/ 3413300 h 6736476"/>
              <a:gd name="connsiteX137" fmla="*/ 3500503 w 8411286"/>
              <a:gd name="connsiteY137" fmla="*/ 3527221 h 6736476"/>
              <a:gd name="connsiteX138" fmla="*/ 3864417 w 8411286"/>
              <a:gd name="connsiteY138" fmla="*/ 3729747 h 6736476"/>
              <a:gd name="connsiteX139" fmla="*/ 4351744 w 8411286"/>
              <a:gd name="connsiteY139" fmla="*/ 3916449 h 6736476"/>
              <a:gd name="connsiteX140" fmla="*/ 5174507 w 8411286"/>
              <a:gd name="connsiteY140" fmla="*/ 3980795 h 6736476"/>
              <a:gd name="connsiteX141" fmla="*/ 5307035 w 8411286"/>
              <a:gd name="connsiteY141" fmla="*/ 3970823 h 6736476"/>
              <a:gd name="connsiteX142" fmla="*/ 5359406 w 8411286"/>
              <a:gd name="connsiteY142" fmla="*/ 3964465 h 6736476"/>
              <a:gd name="connsiteX143" fmla="*/ 5363328 w 8411286"/>
              <a:gd name="connsiteY143" fmla="*/ 3954536 h 6736476"/>
              <a:gd name="connsiteX144" fmla="*/ 5408815 w 8411286"/>
              <a:gd name="connsiteY144" fmla="*/ 3914382 h 6736476"/>
              <a:gd name="connsiteX145" fmla="*/ 5475947 w 8411286"/>
              <a:gd name="connsiteY145" fmla="*/ 3868581 h 6736476"/>
              <a:gd name="connsiteX146" fmla="*/ 5546216 w 8411286"/>
              <a:gd name="connsiteY146" fmla="*/ 3821527 h 6736476"/>
              <a:gd name="connsiteX147" fmla="*/ 5943364 w 8411286"/>
              <a:gd name="connsiteY147" fmla="*/ 3538566 h 6736476"/>
              <a:gd name="connsiteX148" fmla="*/ 5933953 w 8411286"/>
              <a:gd name="connsiteY148" fmla="*/ 3480218 h 6736476"/>
              <a:gd name="connsiteX149" fmla="*/ 5900701 w 8411286"/>
              <a:gd name="connsiteY149" fmla="*/ 3472062 h 6736476"/>
              <a:gd name="connsiteX150" fmla="*/ 5373053 w 8411286"/>
              <a:gd name="connsiteY150" fmla="*/ 3424378 h 6736476"/>
              <a:gd name="connsiteX151" fmla="*/ 5116444 w 8411286"/>
              <a:gd name="connsiteY151" fmla="*/ 3414967 h 6736476"/>
              <a:gd name="connsiteX152" fmla="*/ 5043038 w 8411286"/>
              <a:gd name="connsiteY152" fmla="*/ 3470807 h 6736476"/>
              <a:gd name="connsiteX153" fmla="*/ 5031745 w 8411286"/>
              <a:gd name="connsiteY153" fmla="*/ 3516607 h 6736476"/>
              <a:gd name="connsiteX154" fmla="*/ 5001629 w 8411286"/>
              <a:gd name="connsiteY154" fmla="*/ 3631422 h 6736476"/>
              <a:gd name="connsiteX155" fmla="*/ 4881167 w 8411286"/>
              <a:gd name="connsiteY155" fmla="*/ 3743101 h 6736476"/>
              <a:gd name="connsiteX156" fmla="*/ 4819682 w 8411286"/>
              <a:gd name="connsiteY156" fmla="*/ 3803959 h 6736476"/>
              <a:gd name="connsiteX157" fmla="*/ 4793958 w 8411286"/>
              <a:gd name="connsiteY157" fmla="*/ 3860425 h 6736476"/>
              <a:gd name="connsiteX158" fmla="*/ 4745021 w 8411286"/>
              <a:gd name="connsiteY158" fmla="*/ 3854779 h 6736476"/>
              <a:gd name="connsiteX159" fmla="*/ 4721806 w 8411286"/>
              <a:gd name="connsiteY159" fmla="*/ 3819644 h 6736476"/>
              <a:gd name="connsiteX160" fmla="*/ 4706748 w 8411286"/>
              <a:gd name="connsiteY160" fmla="*/ 3847877 h 6736476"/>
              <a:gd name="connsiteX161" fmla="*/ 4690436 w 8411286"/>
              <a:gd name="connsiteY161" fmla="*/ 3911246 h 6736476"/>
              <a:gd name="connsiteX162" fmla="*/ 4656557 w 8411286"/>
              <a:gd name="connsiteY162" fmla="*/ 3936968 h 6736476"/>
              <a:gd name="connsiteX163" fmla="*/ 4634597 w 8411286"/>
              <a:gd name="connsiteY163" fmla="*/ 3909363 h 6736476"/>
              <a:gd name="connsiteX164" fmla="*/ 4624559 w 8411286"/>
              <a:gd name="connsiteY164" fmla="*/ 3862935 h 6736476"/>
              <a:gd name="connsiteX165" fmla="*/ 4614520 w 8411286"/>
              <a:gd name="connsiteY165" fmla="*/ 3893677 h 6736476"/>
              <a:gd name="connsiteX166" fmla="*/ 4591306 w 8411286"/>
              <a:gd name="connsiteY166" fmla="*/ 3923165 h 6736476"/>
              <a:gd name="connsiteX167" fmla="*/ 4557426 w 8411286"/>
              <a:gd name="connsiteY167" fmla="*/ 3900579 h 6736476"/>
              <a:gd name="connsiteX168" fmla="*/ 4532330 w 8411286"/>
              <a:gd name="connsiteY168" fmla="*/ 3791410 h 6736476"/>
              <a:gd name="connsiteX169" fmla="*/ 4531703 w 8411286"/>
              <a:gd name="connsiteY169" fmla="*/ 3723023 h 6736476"/>
              <a:gd name="connsiteX170" fmla="*/ 4448885 w 8411286"/>
              <a:gd name="connsiteY170" fmla="*/ 3766942 h 6736476"/>
              <a:gd name="connsiteX171" fmla="*/ 4448885 w 8411286"/>
              <a:gd name="connsiteY171" fmla="*/ 3559898 h 6736476"/>
              <a:gd name="connsiteX172" fmla="*/ 4463316 w 8411286"/>
              <a:gd name="connsiteY172" fmla="*/ 3532919 h 6736476"/>
              <a:gd name="connsiteX173" fmla="*/ 4690436 w 8411286"/>
              <a:gd name="connsiteY173" fmla="*/ 2978920 h 6736476"/>
              <a:gd name="connsiteX174" fmla="*/ 4927595 w 8411286"/>
              <a:gd name="connsiteY174" fmla="*/ 2711019 h 6736476"/>
              <a:gd name="connsiteX175" fmla="*/ 5275805 w 8411286"/>
              <a:gd name="connsiteY175" fmla="*/ 2466331 h 6736476"/>
              <a:gd name="connsiteX176" fmla="*/ 5731929 w 8411286"/>
              <a:gd name="connsiteY176" fmla="*/ 2199683 h 6736476"/>
              <a:gd name="connsiteX177" fmla="*/ 5826667 w 8411286"/>
              <a:gd name="connsiteY177" fmla="*/ 2087378 h 6736476"/>
              <a:gd name="connsiteX178" fmla="*/ 5894427 w 8411286"/>
              <a:gd name="connsiteY178" fmla="*/ 1910450 h 6736476"/>
              <a:gd name="connsiteX179" fmla="*/ 6199972 w 8411286"/>
              <a:gd name="connsiteY179" fmla="*/ 1572278 h 6736476"/>
              <a:gd name="connsiteX180" fmla="*/ 6236363 w 8411286"/>
              <a:gd name="connsiteY180" fmla="*/ 1530869 h 6736476"/>
              <a:gd name="connsiteX181" fmla="*/ 6233226 w 8411286"/>
              <a:gd name="connsiteY181" fmla="*/ 1470012 h 6736476"/>
              <a:gd name="connsiteX182" fmla="*/ 6184288 w 8411286"/>
              <a:gd name="connsiteY182" fmla="*/ 1457463 h 6736476"/>
              <a:gd name="connsiteX183" fmla="*/ 6119666 w 8411286"/>
              <a:gd name="connsiteY183" fmla="*/ 1467501 h 6736476"/>
              <a:gd name="connsiteX184" fmla="*/ 5976616 w 8411286"/>
              <a:gd name="connsiteY184" fmla="*/ 1475658 h 6736476"/>
              <a:gd name="connsiteX185" fmla="*/ 5893799 w 8411286"/>
              <a:gd name="connsiteY185" fmla="*/ 1374646 h 6736476"/>
              <a:gd name="connsiteX186" fmla="*/ 5956539 w 8411286"/>
              <a:gd name="connsiteY186" fmla="*/ 1308140 h 6736476"/>
              <a:gd name="connsiteX187" fmla="*/ 6087040 w 8411286"/>
              <a:gd name="connsiteY187" fmla="*/ 1246654 h 6736476"/>
              <a:gd name="connsiteX188" fmla="*/ 6108999 w 8411286"/>
              <a:gd name="connsiteY188" fmla="*/ 1201481 h 6736476"/>
              <a:gd name="connsiteX189" fmla="*/ 6058807 w 8411286"/>
              <a:gd name="connsiteY189" fmla="*/ 1185169 h 6736476"/>
              <a:gd name="connsiteX190" fmla="*/ 6009869 w 8411286"/>
              <a:gd name="connsiteY190" fmla="*/ 1225323 h 6736476"/>
              <a:gd name="connsiteX191" fmla="*/ 5906347 w 8411286"/>
              <a:gd name="connsiteY191" fmla="*/ 1288691 h 6736476"/>
              <a:gd name="connsiteX192" fmla="*/ 5689266 w 8411286"/>
              <a:gd name="connsiteY192" fmla="*/ 1229087 h 6736476"/>
              <a:gd name="connsiteX193" fmla="*/ 5573823 w 8411286"/>
              <a:gd name="connsiteY193" fmla="*/ 1109880 h 6736476"/>
              <a:gd name="connsiteX194" fmla="*/ 5601428 w 8411286"/>
              <a:gd name="connsiteY194" fmla="*/ 927306 h 6736476"/>
              <a:gd name="connsiteX195" fmla="*/ 5812863 w 8411286"/>
              <a:gd name="connsiteY195" fmla="*/ 805588 h 6736476"/>
              <a:gd name="connsiteX196" fmla="*/ 5938972 w 8411286"/>
              <a:gd name="connsiteY196" fmla="*/ 547725 h 6736476"/>
              <a:gd name="connsiteX197" fmla="*/ 5928306 w 8411286"/>
              <a:gd name="connsiteY197" fmla="*/ 479338 h 6736476"/>
              <a:gd name="connsiteX198" fmla="*/ 5984774 w 8411286"/>
              <a:gd name="connsiteY198" fmla="*/ 344446 h 6736476"/>
              <a:gd name="connsiteX199" fmla="*/ 6093941 w 8411286"/>
              <a:gd name="connsiteY199" fmla="*/ 259746 h 6736476"/>
              <a:gd name="connsiteX200" fmla="*/ 6622844 w 8411286"/>
              <a:gd name="connsiteY200" fmla="*/ 48310 h 6736476"/>
              <a:gd name="connsiteX201" fmla="*/ 6826123 w 8411286"/>
              <a:gd name="connsiteY201" fmla="*/ 37017 h 6736476"/>
              <a:gd name="connsiteX202" fmla="*/ 6937173 w 8411286"/>
              <a:gd name="connsiteY202" fmla="*/ 0 h 673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8411286" h="6736476">
                <a:moveTo>
                  <a:pt x="5699762" y="5934811"/>
                </a:moveTo>
                <a:lnTo>
                  <a:pt x="5699473" y="5964269"/>
                </a:lnTo>
                <a:lnTo>
                  <a:pt x="5704951" y="6001406"/>
                </a:lnTo>
                <a:close/>
                <a:moveTo>
                  <a:pt x="5700507" y="5913361"/>
                </a:moveTo>
                <a:lnTo>
                  <a:pt x="5699940" y="5916657"/>
                </a:lnTo>
                <a:lnTo>
                  <a:pt x="5699858" y="5924998"/>
                </a:lnTo>
                <a:close/>
                <a:moveTo>
                  <a:pt x="6937173" y="0"/>
                </a:moveTo>
                <a:cubicBezTo>
                  <a:pt x="6995523" y="0"/>
                  <a:pt x="7054499" y="0"/>
                  <a:pt x="7112847" y="0"/>
                </a:cubicBezTo>
                <a:cubicBezTo>
                  <a:pt x="7130415" y="10666"/>
                  <a:pt x="7148610" y="20705"/>
                  <a:pt x="7165550" y="31998"/>
                </a:cubicBezTo>
                <a:cubicBezTo>
                  <a:pt x="7205704" y="59603"/>
                  <a:pt x="7230800" y="97248"/>
                  <a:pt x="7230172" y="147441"/>
                </a:cubicBezTo>
                <a:cubicBezTo>
                  <a:pt x="7228918" y="212063"/>
                  <a:pt x="7257779" y="259119"/>
                  <a:pt x="7308598" y="296136"/>
                </a:cubicBezTo>
                <a:cubicBezTo>
                  <a:pt x="7326165" y="309311"/>
                  <a:pt x="7344359" y="321859"/>
                  <a:pt x="7361927" y="334407"/>
                </a:cubicBezTo>
                <a:cubicBezTo>
                  <a:pt x="7612890" y="510081"/>
                  <a:pt x="7769741" y="742220"/>
                  <a:pt x="7786681" y="1054668"/>
                </a:cubicBezTo>
                <a:cubicBezTo>
                  <a:pt x="7790445" y="1124311"/>
                  <a:pt x="7809267" y="1188306"/>
                  <a:pt x="7843148" y="1247910"/>
                </a:cubicBezTo>
                <a:cubicBezTo>
                  <a:pt x="7890203" y="1330099"/>
                  <a:pt x="7939140" y="1412290"/>
                  <a:pt x="7989333" y="1492598"/>
                </a:cubicBezTo>
                <a:cubicBezTo>
                  <a:pt x="8092227" y="1658860"/>
                  <a:pt x="8187592" y="1828886"/>
                  <a:pt x="8255980" y="2013344"/>
                </a:cubicBezTo>
                <a:cubicBezTo>
                  <a:pt x="8324995" y="2201565"/>
                  <a:pt x="8356365" y="2395434"/>
                  <a:pt x="8328759" y="2595576"/>
                </a:cubicBezTo>
                <a:cubicBezTo>
                  <a:pt x="8291114" y="2865361"/>
                  <a:pt x="8316211" y="3128870"/>
                  <a:pt x="8394636" y="3388617"/>
                </a:cubicBezTo>
                <a:lnTo>
                  <a:pt x="8411286" y="3449238"/>
                </a:lnTo>
                <a:lnTo>
                  <a:pt x="8411286" y="6736476"/>
                </a:lnTo>
                <a:lnTo>
                  <a:pt x="7208192" y="6736476"/>
                </a:lnTo>
                <a:lnTo>
                  <a:pt x="7224525" y="6699435"/>
                </a:lnTo>
                <a:cubicBezTo>
                  <a:pt x="7227035" y="6691906"/>
                  <a:pt x="7218879" y="6676220"/>
                  <a:pt x="7211350" y="6671829"/>
                </a:cubicBezTo>
                <a:cubicBezTo>
                  <a:pt x="7206331" y="6668692"/>
                  <a:pt x="7191273" y="6676220"/>
                  <a:pt x="7184371" y="6683122"/>
                </a:cubicBezTo>
                <a:cubicBezTo>
                  <a:pt x="7173706" y="6694415"/>
                  <a:pt x="7168059" y="6710101"/>
                  <a:pt x="7158021" y="6721394"/>
                </a:cubicBezTo>
                <a:lnTo>
                  <a:pt x="7140347" y="6736476"/>
                </a:lnTo>
                <a:lnTo>
                  <a:pt x="7106917" y="6736476"/>
                </a:lnTo>
                <a:lnTo>
                  <a:pt x="7103015" y="6712307"/>
                </a:lnTo>
                <a:cubicBezTo>
                  <a:pt x="7099633" y="6663164"/>
                  <a:pt x="7103750" y="6615520"/>
                  <a:pt x="7059519" y="6580228"/>
                </a:cubicBezTo>
                <a:cubicBezTo>
                  <a:pt x="7051362" y="6607833"/>
                  <a:pt x="7042579" y="6635440"/>
                  <a:pt x="7043833" y="6663045"/>
                </a:cubicBezTo>
                <a:cubicBezTo>
                  <a:pt x="7044775" y="6683750"/>
                  <a:pt x="7047912" y="6704297"/>
                  <a:pt x="7051205" y="6724845"/>
                </a:cubicBezTo>
                <a:lnTo>
                  <a:pt x="7052770" y="6736476"/>
                </a:lnTo>
                <a:lnTo>
                  <a:pt x="6976399" y="6736476"/>
                </a:lnTo>
                <a:lnTo>
                  <a:pt x="6969171" y="6722022"/>
                </a:lnTo>
                <a:lnTo>
                  <a:pt x="6965668" y="6736476"/>
                </a:lnTo>
                <a:lnTo>
                  <a:pt x="5912639" y="6736476"/>
                </a:lnTo>
                <a:lnTo>
                  <a:pt x="5766309" y="6264493"/>
                </a:lnTo>
                <a:lnTo>
                  <a:pt x="5730397" y="6316172"/>
                </a:lnTo>
                <a:cubicBezTo>
                  <a:pt x="5723013" y="6324610"/>
                  <a:pt x="5717739" y="6334104"/>
                  <a:pt x="5716685" y="6345706"/>
                </a:cubicBezTo>
                <a:cubicBezTo>
                  <a:pt x="5710357" y="6415324"/>
                  <a:pt x="5685041" y="6477559"/>
                  <a:pt x="5642847" y="6530301"/>
                </a:cubicBezTo>
                <a:cubicBezTo>
                  <a:pt x="5614895" y="6565638"/>
                  <a:pt x="5591557" y="6602623"/>
                  <a:pt x="5571861" y="6640910"/>
                </a:cubicBezTo>
                <a:lnTo>
                  <a:pt x="5532211" y="6736476"/>
                </a:lnTo>
                <a:lnTo>
                  <a:pt x="5291750" y="6736476"/>
                </a:lnTo>
                <a:lnTo>
                  <a:pt x="5314799" y="6682196"/>
                </a:lnTo>
                <a:cubicBezTo>
                  <a:pt x="5382308" y="6499710"/>
                  <a:pt x="5380195" y="6314062"/>
                  <a:pt x="5336949" y="6127357"/>
                </a:cubicBezTo>
                <a:cubicBezTo>
                  <a:pt x="5331675" y="6105207"/>
                  <a:pt x="5325347" y="6103097"/>
                  <a:pt x="5305304" y="6110481"/>
                </a:cubicBezTo>
                <a:cubicBezTo>
                  <a:pt x="5234633" y="6135798"/>
                  <a:pt x="5171343" y="6172717"/>
                  <a:pt x="5111217" y="6218074"/>
                </a:cubicBezTo>
                <a:cubicBezTo>
                  <a:pt x="5079573" y="6241280"/>
                  <a:pt x="5074299" y="6269759"/>
                  <a:pt x="5080627" y="6304567"/>
                </a:cubicBezTo>
                <a:cubicBezTo>
                  <a:pt x="5086957" y="6341486"/>
                  <a:pt x="5104887" y="6374187"/>
                  <a:pt x="5130204" y="6400558"/>
                </a:cubicBezTo>
                <a:cubicBezTo>
                  <a:pt x="5201931" y="6474395"/>
                  <a:pt x="5216700" y="6560891"/>
                  <a:pt x="5197713" y="6657933"/>
                </a:cubicBezTo>
                <a:cubicBezTo>
                  <a:pt x="5193493" y="6679030"/>
                  <a:pt x="5193493" y="6701183"/>
                  <a:pt x="5190329" y="6723333"/>
                </a:cubicBezTo>
                <a:lnTo>
                  <a:pt x="5190795" y="6736476"/>
                </a:lnTo>
                <a:lnTo>
                  <a:pt x="5114216" y="6736476"/>
                </a:lnTo>
                <a:lnTo>
                  <a:pt x="5090121" y="6712785"/>
                </a:lnTo>
                <a:cubicBezTo>
                  <a:pt x="5075353" y="6701183"/>
                  <a:pt x="5079573" y="6680086"/>
                  <a:pt x="5078517" y="6664264"/>
                </a:cubicBezTo>
                <a:cubicBezTo>
                  <a:pt x="5074299" y="6607302"/>
                  <a:pt x="5052146" y="6565109"/>
                  <a:pt x="4997297" y="6540849"/>
                </a:cubicBezTo>
                <a:cubicBezTo>
                  <a:pt x="4947720" y="6519752"/>
                  <a:pt x="4920293" y="6478613"/>
                  <a:pt x="4908691" y="6426928"/>
                </a:cubicBezTo>
                <a:cubicBezTo>
                  <a:pt x="4903417" y="6402668"/>
                  <a:pt x="4897089" y="6379461"/>
                  <a:pt x="4889705" y="6356255"/>
                </a:cubicBezTo>
                <a:cubicBezTo>
                  <a:pt x="4872826" y="6304567"/>
                  <a:pt x="4840127" y="6286637"/>
                  <a:pt x="4786333" y="6299293"/>
                </a:cubicBezTo>
                <a:cubicBezTo>
                  <a:pt x="4690342" y="6320390"/>
                  <a:pt x="4593300" y="6324610"/>
                  <a:pt x="4495200" y="6323556"/>
                </a:cubicBezTo>
                <a:cubicBezTo>
                  <a:pt x="4380225" y="6323556"/>
                  <a:pt x="4265248" y="6322500"/>
                  <a:pt x="4150274" y="6322500"/>
                </a:cubicBezTo>
                <a:cubicBezTo>
                  <a:pt x="4096479" y="6321446"/>
                  <a:pt x="4042681" y="6329884"/>
                  <a:pt x="3989940" y="6338322"/>
                </a:cubicBezTo>
                <a:cubicBezTo>
                  <a:pt x="3968844" y="6341486"/>
                  <a:pt x="3950911" y="6349927"/>
                  <a:pt x="3937199" y="6367857"/>
                </a:cubicBezTo>
                <a:cubicBezTo>
                  <a:pt x="3924541" y="6384735"/>
                  <a:pt x="3906610" y="6399502"/>
                  <a:pt x="3891842" y="6415324"/>
                </a:cubicBezTo>
                <a:cubicBezTo>
                  <a:pt x="3869692" y="6438530"/>
                  <a:pt x="3846485" y="6454353"/>
                  <a:pt x="3810620" y="6455409"/>
                </a:cubicBezTo>
                <a:cubicBezTo>
                  <a:pt x="3756825" y="6457517"/>
                  <a:pt x="3718850" y="6501820"/>
                  <a:pt x="3670329" y="6521863"/>
                </a:cubicBezTo>
                <a:cubicBezTo>
                  <a:pt x="3656617" y="6528191"/>
                  <a:pt x="3665055" y="6544013"/>
                  <a:pt x="3665055" y="6555617"/>
                </a:cubicBezTo>
                <a:cubicBezTo>
                  <a:pt x="3666637" y="6592536"/>
                  <a:pt x="3670922" y="6628400"/>
                  <a:pt x="3677927" y="6663210"/>
                </a:cubicBezTo>
                <a:lnTo>
                  <a:pt x="3699047" y="6736476"/>
                </a:lnTo>
                <a:lnTo>
                  <a:pt x="2645249" y="6736476"/>
                </a:lnTo>
                <a:lnTo>
                  <a:pt x="2742086" y="6647385"/>
                </a:lnTo>
                <a:cubicBezTo>
                  <a:pt x="2760016" y="6631563"/>
                  <a:pt x="2758962" y="6618907"/>
                  <a:pt x="2743140" y="6603084"/>
                </a:cubicBezTo>
                <a:cubicBezTo>
                  <a:pt x="2724154" y="6585152"/>
                  <a:pt x="2707275" y="6565109"/>
                  <a:pt x="2687235" y="6550343"/>
                </a:cubicBezTo>
                <a:cubicBezTo>
                  <a:pt x="2619725" y="6501820"/>
                  <a:pt x="2572260" y="6437477"/>
                  <a:pt x="2540616" y="6362583"/>
                </a:cubicBezTo>
                <a:cubicBezTo>
                  <a:pt x="2486818" y="6232840"/>
                  <a:pt x="2408763" y="6123139"/>
                  <a:pt x="2301170" y="6031369"/>
                </a:cubicBezTo>
                <a:cubicBezTo>
                  <a:pt x="2231550" y="5972300"/>
                  <a:pt x="2188303" y="5894242"/>
                  <a:pt x="2170371" y="5803528"/>
                </a:cubicBezTo>
                <a:cubicBezTo>
                  <a:pt x="2144000" y="5668511"/>
                  <a:pt x="2083875" y="5547206"/>
                  <a:pt x="2008983" y="5434340"/>
                </a:cubicBezTo>
                <a:cubicBezTo>
                  <a:pt x="1900337" y="5270842"/>
                  <a:pt x="1812788" y="5098906"/>
                  <a:pt x="1746334" y="4914312"/>
                </a:cubicBezTo>
                <a:cubicBezTo>
                  <a:pt x="1737896" y="4891105"/>
                  <a:pt x="1726291" y="4870009"/>
                  <a:pt x="1717853" y="4846804"/>
                </a:cubicBezTo>
                <a:cubicBezTo>
                  <a:pt x="1702030" y="4800391"/>
                  <a:pt x="1680934" y="4769800"/>
                  <a:pt x="1620809" y="4780349"/>
                </a:cubicBezTo>
                <a:cubicBezTo>
                  <a:pt x="1576505" y="4788789"/>
                  <a:pt x="1536423" y="4763472"/>
                  <a:pt x="1502668" y="4732882"/>
                </a:cubicBezTo>
                <a:cubicBezTo>
                  <a:pt x="1477353" y="4709677"/>
                  <a:pt x="1452037" y="4686471"/>
                  <a:pt x="1431996" y="4659044"/>
                </a:cubicBezTo>
                <a:cubicBezTo>
                  <a:pt x="1362377" y="4559892"/>
                  <a:pt x="1263225" y="4520863"/>
                  <a:pt x="1147194" y="4510315"/>
                </a:cubicBezTo>
                <a:cubicBezTo>
                  <a:pt x="1074410" y="4502930"/>
                  <a:pt x="1003736" y="4505041"/>
                  <a:pt x="933065" y="4520863"/>
                </a:cubicBezTo>
                <a:cubicBezTo>
                  <a:pt x="872940" y="4533521"/>
                  <a:pt x="819143" y="4522973"/>
                  <a:pt x="779062" y="4470232"/>
                </a:cubicBezTo>
                <a:cubicBezTo>
                  <a:pt x="762183" y="4447025"/>
                  <a:pt x="740030" y="4429093"/>
                  <a:pt x="715772" y="4415381"/>
                </a:cubicBezTo>
                <a:cubicBezTo>
                  <a:pt x="644042" y="4375298"/>
                  <a:pt x="603960" y="4313062"/>
                  <a:pt x="583919" y="4235007"/>
                </a:cubicBezTo>
                <a:cubicBezTo>
                  <a:pt x="560713" y="4142182"/>
                  <a:pt x="536452" y="4050412"/>
                  <a:pt x="567041" y="3954424"/>
                </a:cubicBezTo>
                <a:cubicBezTo>
                  <a:pt x="580753" y="3912231"/>
                  <a:pt x="599742" y="3876367"/>
                  <a:pt x="635604" y="3848942"/>
                </a:cubicBezTo>
                <a:cubicBezTo>
                  <a:pt x="677797" y="3817297"/>
                  <a:pt x="711552" y="3777214"/>
                  <a:pt x="728428" y="3725527"/>
                </a:cubicBezTo>
                <a:cubicBezTo>
                  <a:pt x="733703" y="3708651"/>
                  <a:pt x="746361" y="3693882"/>
                  <a:pt x="756909" y="3679114"/>
                </a:cubicBezTo>
                <a:cubicBezTo>
                  <a:pt x="769567" y="3661184"/>
                  <a:pt x="784336" y="3645361"/>
                  <a:pt x="798047" y="3627429"/>
                </a:cubicBezTo>
                <a:cubicBezTo>
                  <a:pt x="857117" y="3550427"/>
                  <a:pt x="857117" y="3540933"/>
                  <a:pt x="804376" y="3462877"/>
                </a:cubicBezTo>
                <a:cubicBezTo>
                  <a:pt x="762183" y="3399588"/>
                  <a:pt x="719990" y="3337352"/>
                  <a:pt x="693620" y="3265625"/>
                </a:cubicBezTo>
                <a:cubicBezTo>
                  <a:pt x="682015" y="3232924"/>
                  <a:pt x="694676" y="3214994"/>
                  <a:pt x="730538" y="3218158"/>
                </a:cubicBezTo>
                <a:cubicBezTo>
                  <a:pt x="752691" y="3220268"/>
                  <a:pt x="774841" y="3228706"/>
                  <a:pt x="796992" y="3235034"/>
                </a:cubicBezTo>
                <a:cubicBezTo>
                  <a:pt x="812814" y="3239254"/>
                  <a:pt x="831803" y="3246638"/>
                  <a:pt x="844459" y="3233980"/>
                </a:cubicBezTo>
                <a:cubicBezTo>
                  <a:pt x="849733" y="3228706"/>
                  <a:pt x="845513" y="3210773"/>
                  <a:pt x="841295" y="3199171"/>
                </a:cubicBezTo>
                <a:cubicBezTo>
                  <a:pt x="833911" y="3181239"/>
                  <a:pt x="818088" y="3171744"/>
                  <a:pt x="800158" y="3174911"/>
                </a:cubicBezTo>
                <a:cubicBezTo>
                  <a:pt x="736870" y="3185457"/>
                  <a:pt x="676741" y="3169637"/>
                  <a:pt x="615564" y="3159086"/>
                </a:cubicBezTo>
                <a:cubicBezTo>
                  <a:pt x="485819" y="3136936"/>
                  <a:pt x="356076" y="3112675"/>
                  <a:pt x="235828" y="3056770"/>
                </a:cubicBezTo>
                <a:cubicBezTo>
                  <a:pt x="163044" y="3023015"/>
                  <a:pt x="101864" y="2975548"/>
                  <a:pt x="50177" y="2912259"/>
                </a:cubicBezTo>
                <a:cubicBezTo>
                  <a:pt x="-2564" y="2846859"/>
                  <a:pt x="-2564" y="2773021"/>
                  <a:pt x="1656" y="2697076"/>
                </a:cubicBezTo>
                <a:cubicBezTo>
                  <a:pt x="9041" y="2573661"/>
                  <a:pt x="51233" y="2459740"/>
                  <a:pt x="103975" y="2348984"/>
                </a:cubicBezTo>
                <a:cubicBezTo>
                  <a:pt x="110303" y="2335272"/>
                  <a:pt x="111359" y="2336326"/>
                  <a:pt x="149331" y="2344764"/>
                </a:cubicBezTo>
                <a:cubicBezTo>
                  <a:pt x="148277" y="2333162"/>
                  <a:pt x="127181" y="2332105"/>
                  <a:pt x="134563" y="2317339"/>
                </a:cubicBezTo>
                <a:cubicBezTo>
                  <a:pt x="171482" y="2328941"/>
                  <a:pt x="189415" y="2354258"/>
                  <a:pt x="191525" y="2400669"/>
                </a:cubicBezTo>
                <a:cubicBezTo>
                  <a:pt x="194688" y="2463958"/>
                  <a:pt x="175702" y="2524084"/>
                  <a:pt x="166208" y="2585263"/>
                </a:cubicBezTo>
                <a:cubicBezTo>
                  <a:pt x="158826" y="2628512"/>
                  <a:pt x="149331" y="2671759"/>
                  <a:pt x="160934" y="2716062"/>
                </a:cubicBezTo>
                <a:cubicBezTo>
                  <a:pt x="167264" y="2743487"/>
                  <a:pt x="180976" y="2761419"/>
                  <a:pt x="207347" y="2771968"/>
                </a:cubicBezTo>
                <a:cubicBezTo>
                  <a:pt x="308609" y="2814160"/>
                  <a:pt x="416201" y="2833147"/>
                  <a:pt x="523794" y="2843695"/>
                </a:cubicBezTo>
                <a:cubicBezTo>
                  <a:pt x="698894" y="2860571"/>
                  <a:pt x="875050" y="2857407"/>
                  <a:pt x="1049096" y="2824709"/>
                </a:cubicBezTo>
                <a:cubicBezTo>
                  <a:pt x="1076520" y="2819435"/>
                  <a:pt x="1095507" y="2806776"/>
                  <a:pt x="1113439" y="2786736"/>
                </a:cubicBezTo>
                <a:cubicBezTo>
                  <a:pt x="1227360" y="2653827"/>
                  <a:pt x="1373981" y="2596868"/>
                  <a:pt x="1546971" y="2606360"/>
                </a:cubicBezTo>
                <a:cubicBezTo>
                  <a:pt x="1628193" y="2610580"/>
                  <a:pt x="1706251" y="2588427"/>
                  <a:pt x="1784306" y="2570497"/>
                </a:cubicBezTo>
                <a:cubicBezTo>
                  <a:pt x="1828609" y="2561003"/>
                  <a:pt x="1871856" y="2551508"/>
                  <a:pt x="1917215" y="2546234"/>
                </a:cubicBezTo>
                <a:cubicBezTo>
                  <a:pt x="1956242" y="2542016"/>
                  <a:pt x="1993161" y="2544126"/>
                  <a:pt x="2025860" y="2568387"/>
                </a:cubicBezTo>
                <a:cubicBezTo>
                  <a:pt x="2045902" y="2583153"/>
                  <a:pt x="2069109" y="2584209"/>
                  <a:pt x="2092315" y="2577879"/>
                </a:cubicBezTo>
                <a:cubicBezTo>
                  <a:pt x="2114466" y="2572605"/>
                  <a:pt x="2135562" y="2567331"/>
                  <a:pt x="2156659" y="2562057"/>
                </a:cubicBezTo>
                <a:cubicBezTo>
                  <a:pt x="2208346" y="2548344"/>
                  <a:pt x="2250539" y="2562057"/>
                  <a:pt x="2279017" y="2608470"/>
                </a:cubicBezTo>
                <a:cubicBezTo>
                  <a:pt x="2288512" y="2624292"/>
                  <a:pt x="2299060" y="2628512"/>
                  <a:pt x="2316992" y="2628512"/>
                </a:cubicBezTo>
                <a:cubicBezTo>
                  <a:pt x="2363403" y="2627456"/>
                  <a:pt x="2409816" y="2628512"/>
                  <a:pt x="2459391" y="2628512"/>
                </a:cubicBezTo>
                <a:cubicBezTo>
                  <a:pt x="2449899" y="2607416"/>
                  <a:pt x="2431967" y="2596868"/>
                  <a:pt x="2417198" y="2585263"/>
                </a:cubicBezTo>
                <a:cubicBezTo>
                  <a:pt x="2320156" y="2508261"/>
                  <a:pt x="2210454" y="2451302"/>
                  <a:pt x="2108138" y="2382739"/>
                </a:cubicBezTo>
                <a:cubicBezTo>
                  <a:pt x="1986833" y="2300461"/>
                  <a:pt x="1879240" y="2204473"/>
                  <a:pt x="1772704" y="2105321"/>
                </a:cubicBezTo>
                <a:cubicBezTo>
                  <a:pt x="1741059" y="2075784"/>
                  <a:pt x="1715743" y="2042031"/>
                  <a:pt x="1714689" y="1995618"/>
                </a:cubicBezTo>
                <a:cubicBezTo>
                  <a:pt x="1714689" y="1976632"/>
                  <a:pt x="1718907" y="1969247"/>
                  <a:pt x="1738949" y="1969247"/>
                </a:cubicBezTo>
                <a:cubicBezTo>
                  <a:pt x="1770594" y="1970301"/>
                  <a:pt x="1796965" y="1980850"/>
                  <a:pt x="1819115" y="2000892"/>
                </a:cubicBezTo>
                <a:cubicBezTo>
                  <a:pt x="2052230" y="2217131"/>
                  <a:pt x="2344417" y="2316283"/>
                  <a:pt x="2635547" y="2418601"/>
                </a:cubicBezTo>
                <a:cubicBezTo>
                  <a:pt x="2669302" y="2431260"/>
                  <a:pt x="2703057" y="2441808"/>
                  <a:pt x="2734702" y="2456576"/>
                </a:cubicBezTo>
                <a:cubicBezTo>
                  <a:pt x="2845458" y="2506151"/>
                  <a:pt x="2907692" y="2628512"/>
                  <a:pt x="2884487" y="2744543"/>
                </a:cubicBezTo>
                <a:cubicBezTo>
                  <a:pt x="2869719" y="2818381"/>
                  <a:pt x="2822252" y="2864792"/>
                  <a:pt x="2753688" y="2889052"/>
                </a:cubicBezTo>
                <a:cubicBezTo>
                  <a:pt x="2691453" y="2911205"/>
                  <a:pt x="2628163" y="2930191"/>
                  <a:pt x="2565930" y="2950231"/>
                </a:cubicBezTo>
                <a:cubicBezTo>
                  <a:pt x="2561712" y="2952342"/>
                  <a:pt x="2557492" y="2955505"/>
                  <a:pt x="2551164" y="2958672"/>
                </a:cubicBezTo>
                <a:cubicBezTo>
                  <a:pt x="2617615" y="3005083"/>
                  <a:pt x="2688289" y="3040948"/>
                  <a:pt x="2756852" y="3079977"/>
                </a:cubicBezTo>
                <a:cubicBezTo>
                  <a:pt x="2869719" y="3143266"/>
                  <a:pt x="2985749" y="3204445"/>
                  <a:pt x="3097560" y="3270899"/>
                </a:cubicBezTo>
                <a:cubicBezTo>
                  <a:pt x="3171398" y="3314146"/>
                  <a:pt x="3247345" y="3356339"/>
                  <a:pt x="3309581" y="3413300"/>
                </a:cubicBezTo>
                <a:cubicBezTo>
                  <a:pt x="3366540" y="3466041"/>
                  <a:pt x="3431940" y="3496630"/>
                  <a:pt x="3500503" y="3527221"/>
                </a:cubicBezTo>
                <a:cubicBezTo>
                  <a:pt x="3628136" y="3584180"/>
                  <a:pt x="3748387" y="3653799"/>
                  <a:pt x="3864417" y="3729747"/>
                </a:cubicBezTo>
                <a:cubicBezTo>
                  <a:pt x="4014201" y="3827845"/>
                  <a:pt x="4178752" y="3881641"/>
                  <a:pt x="4351744" y="3916449"/>
                </a:cubicBezTo>
                <a:cubicBezTo>
                  <a:pt x="4622835" y="3971301"/>
                  <a:pt x="4898143" y="3994507"/>
                  <a:pt x="5174507" y="3980795"/>
                </a:cubicBezTo>
                <a:cubicBezTo>
                  <a:pt x="5218810" y="3978685"/>
                  <a:pt x="5262980" y="3975256"/>
                  <a:pt x="5307035" y="3970823"/>
                </a:cubicBezTo>
                <a:lnTo>
                  <a:pt x="5359406" y="3964465"/>
                </a:lnTo>
                <a:lnTo>
                  <a:pt x="5363328" y="3954536"/>
                </a:lnTo>
                <a:cubicBezTo>
                  <a:pt x="5372739" y="3937910"/>
                  <a:pt x="5387169" y="3924107"/>
                  <a:pt x="5408815" y="3914382"/>
                </a:cubicBezTo>
                <a:cubicBezTo>
                  <a:pt x="5433284" y="3903716"/>
                  <a:pt x="5453361" y="3883639"/>
                  <a:pt x="5475947" y="3868581"/>
                </a:cubicBezTo>
                <a:cubicBezTo>
                  <a:pt x="5499161" y="3852897"/>
                  <a:pt x="5520493" y="3833448"/>
                  <a:pt x="5546216" y="3821527"/>
                </a:cubicBezTo>
                <a:cubicBezTo>
                  <a:pt x="5697422" y="3753139"/>
                  <a:pt x="5806590" y="3625776"/>
                  <a:pt x="5943364" y="3538566"/>
                </a:cubicBezTo>
                <a:cubicBezTo>
                  <a:pt x="5966578" y="3524136"/>
                  <a:pt x="5959677" y="3492138"/>
                  <a:pt x="5933953" y="3480218"/>
                </a:cubicBezTo>
                <a:cubicBezTo>
                  <a:pt x="5923915" y="3475826"/>
                  <a:pt x="5911994" y="3473316"/>
                  <a:pt x="5900701" y="3472062"/>
                </a:cubicBezTo>
                <a:cubicBezTo>
                  <a:pt x="5725027" y="3455749"/>
                  <a:pt x="5549353" y="3438181"/>
                  <a:pt x="5373053" y="3424378"/>
                </a:cubicBezTo>
                <a:cubicBezTo>
                  <a:pt x="5287726" y="3417478"/>
                  <a:pt x="5201772" y="3416222"/>
                  <a:pt x="5116444" y="3414967"/>
                </a:cubicBezTo>
                <a:cubicBezTo>
                  <a:pt x="5075036" y="3414341"/>
                  <a:pt x="5055585" y="3431280"/>
                  <a:pt x="5043038" y="3470807"/>
                </a:cubicBezTo>
                <a:cubicBezTo>
                  <a:pt x="5038019" y="3485865"/>
                  <a:pt x="5035508" y="3500923"/>
                  <a:pt x="5031745" y="3516607"/>
                </a:cubicBezTo>
                <a:cubicBezTo>
                  <a:pt x="5022333" y="3554880"/>
                  <a:pt x="5015431" y="3594406"/>
                  <a:pt x="5001629" y="3631422"/>
                </a:cubicBezTo>
                <a:cubicBezTo>
                  <a:pt x="4980924" y="3688516"/>
                  <a:pt x="4943907" y="3729926"/>
                  <a:pt x="4881167" y="3743101"/>
                </a:cubicBezTo>
                <a:cubicBezTo>
                  <a:pt x="4847915" y="3750003"/>
                  <a:pt x="4830347" y="3773216"/>
                  <a:pt x="4819682" y="3803959"/>
                </a:cubicBezTo>
                <a:cubicBezTo>
                  <a:pt x="4813408" y="3823408"/>
                  <a:pt x="4806506" y="3844113"/>
                  <a:pt x="4793958" y="3860425"/>
                </a:cubicBezTo>
                <a:cubicBezTo>
                  <a:pt x="4777645" y="3882384"/>
                  <a:pt x="4758823" y="3877993"/>
                  <a:pt x="4745021" y="3854779"/>
                </a:cubicBezTo>
                <a:cubicBezTo>
                  <a:pt x="4738746" y="3844113"/>
                  <a:pt x="4731218" y="3834074"/>
                  <a:pt x="4721806" y="3819644"/>
                </a:cubicBezTo>
                <a:cubicBezTo>
                  <a:pt x="4714277" y="3833448"/>
                  <a:pt x="4709258" y="3840348"/>
                  <a:pt x="4706748" y="3847877"/>
                </a:cubicBezTo>
                <a:cubicBezTo>
                  <a:pt x="4701102" y="3869209"/>
                  <a:pt x="4699220" y="3891796"/>
                  <a:pt x="4690436" y="3911246"/>
                </a:cubicBezTo>
                <a:cubicBezTo>
                  <a:pt x="4684790" y="3923165"/>
                  <a:pt x="4669104" y="3932577"/>
                  <a:pt x="4656557" y="3936968"/>
                </a:cubicBezTo>
                <a:cubicBezTo>
                  <a:pt x="4652164" y="3938224"/>
                  <a:pt x="4638989" y="3920656"/>
                  <a:pt x="4634597" y="3909363"/>
                </a:cubicBezTo>
                <a:cubicBezTo>
                  <a:pt x="4628950" y="3894932"/>
                  <a:pt x="4627696" y="3878621"/>
                  <a:pt x="4624559" y="3862935"/>
                </a:cubicBezTo>
                <a:cubicBezTo>
                  <a:pt x="4617029" y="3873602"/>
                  <a:pt x="4618284" y="3884895"/>
                  <a:pt x="4614520" y="3893677"/>
                </a:cubicBezTo>
                <a:cubicBezTo>
                  <a:pt x="4608873" y="3905598"/>
                  <a:pt x="4598835" y="3923793"/>
                  <a:pt x="4591306" y="3923165"/>
                </a:cubicBezTo>
                <a:cubicBezTo>
                  <a:pt x="4579386" y="3922539"/>
                  <a:pt x="4560563" y="3911246"/>
                  <a:pt x="4557426" y="3900579"/>
                </a:cubicBezTo>
                <a:cubicBezTo>
                  <a:pt x="4546133" y="3865444"/>
                  <a:pt x="4538605" y="3828427"/>
                  <a:pt x="4532330" y="3791410"/>
                </a:cubicBezTo>
                <a:cubicBezTo>
                  <a:pt x="4529193" y="3771961"/>
                  <a:pt x="4531703" y="3750629"/>
                  <a:pt x="4531703" y="3723023"/>
                </a:cubicBezTo>
                <a:cubicBezTo>
                  <a:pt x="4489039" y="3786391"/>
                  <a:pt x="4489039" y="3786391"/>
                  <a:pt x="4448885" y="3766942"/>
                </a:cubicBezTo>
                <a:cubicBezTo>
                  <a:pt x="4448885" y="3697928"/>
                  <a:pt x="4448885" y="3628913"/>
                  <a:pt x="4448885" y="3559898"/>
                </a:cubicBezTo>
                <a:cubicBezTo>
                  <a:pt x="4453904" y="3551115"/>
                  <a:pt x="4459551" y="3542331"/>
                  <a:pt x="4463316" y="3532919"/>
                </a:cubicBezTo>
                <a:cubicBezTo>
                  <a:pt x="4539232" y="3348463"/>
                  <a:pt x="4617657" y="3164633"/>
                  <a:pt x="4690436" y="2978920"/>
                </a:cubicBezTo>
                <a:cubicBezTo>
                  <a:pt x="4737491" y="2859714"/>
                  <a:pt x="4812780" y="2770622"/>
                  <a:pt x="4927595" y="2711019"/>
                </a:cubicBezTo>
                <a:cubicBezTo>
                  <a:pt x="5054331" y="2645141"/>
                  <a:pt x="5170401" y="2562952"/>
                  <a:pt x="5275805" y="2466331"/>
                </a:cubicBezTo>
                <a:cubicBezTo>
                  <a:pt x="5408815" y="2343987"/>
                  <a:pt x="5557511" y="2251130"/>
                  <a:pt x="5731929" y="2199683"/>
                </a:cubicBezTo>
                <a:cubicBezTo>
                  <a:pt x="5787140" y="2183371"/>
                  <a:pt x="5821021" y="2146982"/>
                  <a:pt x="5826667" y="2087378"/>
                </a:cubicBezTo>
                <a:cubicBezTo>
                  <a:pt x="5832940" y="2022128"/>
                  <a:pt x="5859292" y="1965034"/>
                  <a:pt x="5894427" y="1910450"/>
                </a:cubicBezTo>
                <a:cubicBezTo>
                  <a:pt x="5978499" y="1781204"/>
                  <a:pt x="6077001" y="1665761"/>
                  <a:pt x="6199972" y="1572278"/>
                </a:cubicBezTo>
                <a:cubicBezTo>
                  <a:pt x="6214403" y="1560985"/>
                  <a:pt x="6231344" y="1547182"/>
                  <a:pt x="6236363" y="1530869"/>
                </a:cubicBezTo>
                <a:cubicBezTo>
                  <a:pt x="6242009" y="1512047"/>
                  <a:pt x="6242009" y="1486324"/>
                  <a:pt x="6233226" y="1470012"/>
                </a:cubicBezTo>
                <a:cubicBezTo>
                  <a:pt x="6227579" y="1459972"/>
                  <a:pt x="6201228" y="1456835"/>
                  <a:pt x="6184288" y="1457463"/>
                </a:cubicBezTo>
                <a:cubicBezTo>
                  <a:pt x="6162329" y="1457463"/>
                  <a:pt x="6140997" y="1465619"/>
                  <a:pt x="6119666" y="1467501"/>
                </a:cubicBezTo>
                <a:cubicBezTo>
                  <a:pt x="6071982" y="1471266"/>
                  <a:pt x="6023672" y="1479422"/>
                  <a:pt x="5976616" y="1475658"/>
                </a:cubicBezTo>
                <a:cubicBezTo>
                  <a:pt x="5930816" y="1471893"/>
                  <a:pt x="5898191" y="1425465"/>
                  <a:pt x="5893799" y="1374646"/>
                </a:cubicBezTo>
                <a:cubicBezTo>
                  <a:pt x="5890035" y="1329472"/>
                  <a:pt x="5926425" y="1321943"/>
                  <a:pt x="5956539" y="1308140"/>
                </a:cubicBezTo>
                <a:cubicBezTo>
                  <a:pt x="6000458" y="1288063"/>
                  <a:pt x="6043749" y="1267987"/>
                  <a:pt x="6087040" y="1246654"/>
                </a:cubicBezTo>
                <a:cubicBezTo>
                  <a:pt x="6104608" y="1237870"/>
                  <a:pt x="6119666" y="1224695"/>
                  <a:pt x="6108999" y="1201481"/>
                </a:cubicBezTo>
                <a:cubicBezTo>
                  <a:pt x="6098333" y="1178267"/>
                  <a:pt x="6077629" y="1175758"/>
                  <a:pt x="6058807" y="1185169"/>
                </a:cubicBezTo>
                <a:cubicBezTo>
                  <a:pt x="6040612" y="1194579"/>
                  <a:pt x="6021163" y="1208383"/>
                  <a:pt x="6009869" y="1225323"/>
                </a:cubicBezTo>
                <a:cubicBezTo>
                  <a:pt x="5984146" y="1262340"/>
                  <a:pt x="5950266" y="1282417"/>
                  <a:pt x="5906347" y="1288691"/>
                </a:cubicBezTo>
                <a:cubicBezTo>
                  <a:pt x="5825412" y="1299984"/>
                  <a:pt x="5751378" y="1281162"/>
                  <a:pt x="5689266" y="1229087"/>
                </a:cubicBezTo>
                <a:cubicBezTo>
                  <a:pt x="5647229" y="1193953"/>
                  <a:pt x="5609584" y="1152544"/>
                  <a:pt x="5573823" y="1109880"/>
                </a:cubicBezTo>
                <a:cubicBezTo>
                  <a:pt x="5509199" y="1033965"/>
                  <a:pt x="5517355" y="981262"/>
                  <a:pt x="5601428" y="927306"/>
                </a:cubicBezTo>
                <a:cubicBezTo>
                  <a:pt x="5669815" y="884015"/>
                  <a:pt x="5741339" y="844488"/>
                  <a:pt x="5812863" y="805588"/>
                </a:cubicBezTo>
                <a:cubicBezTo>
                  <a:pt x="5917641" y="748495"/>
                  <a:pt x="5959050" y="665050"/>
                  <a:pt x="5938972" y="547725"/>
                </a:cubicBezTo>
                <a:cubicBezTo>
                  <a:pt x="5935208" y="525139"/>
                  <a:pt x="5930816" y="502552"/>
                  <a:pt x="5928306" y="479338"/>
                </a:cubicBezTo>
                <a:cubicBezTo>
                  <a:pt x="5922660" y="424754"/>
                  <a:pt x="5939599" y="378325"/>
                  <a:pt x="5984774" y="344446"/>
                </a:cubicBezTo>
                <a:cubicBezTo>
                  <a:pt x="6021163" y="316840"/>
                  <a:pt x="6056298" y="286724"/>
                  <a:pt x="6093941" y="259746"/>
                </a:cubicBezTo>
                <a:cubicBezTo>
                  <a:pt x="6252675" y="145558"/>
                  <a:pt x="6425211" y="64622"/>
                  <a:pt x="6622844" y="48310"/>
                </a:cubicBezTo>
                <a:cubicBezTo>
                  <a:pt x="6690603" y="42664"/>
                  <a:pt x="6758991" y="45801"/>
                  <a:pt x="6826123" y="37017"/>
                </a:cubicBezTo>
                <a:cubicBezTo>
                  <a:pt x="6861886" y="36389"/>
                  <a:pt x="6898903" y="14431"/>
                  <a:pt x="69371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36519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855341-7087-46B2-9738-26BDE092C1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1962" y="0"/>
            <a:ext cx="11068076" cy="4046220"/>
          </a:xfrm>
          <a:custGeom>
            <a:avLst/>
            <a:gdLst>
              <a:gd name="connsiteX0" fmla="*/ 0 w 11068076"/>
              <a:gd name="connsiteY0" fmla="*/ 0 h 4046220"/>
              <a:gd name="connsiteX1" fmla="*/ 11068076 w 11068076"/>
              <a:gd name="connsiteY1" fmla="*/ 0 h 4046220"/>
              <a:gd name="connsiteX2" fmla="*/ 10988145 w 11068076"/>
              <a:gd name="connsiteY2" fmla="*/ 236229 h 4046220"/>
              <a:gd name="connsiteX3" fmla="*/ 5534038 w 11068076"/>
              <a:gd name="connsiteY3" fmla="*/ 4046220 h 4046220"/>
              <a:gd name="connsiteX4" fmla="*/ 79931 w 11068076"/>
              <a:gd name="connsiteY4" fmla="*/ 236229 h 40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68076" h="4046220">
                <a:moveTo>
                  <a:pt x="0" y="0"/>
                </a:moveTo>
                <a:lnTo>
                  <a:pt x="11068076" y="0"/>
                </a:lnTo>
                <a:lnTo>
                  <a:pt x="10988145" y="236229"/>
                </a:lnTo>
                <a:cubicBezTo>
                  <a:pt x="10174085" y="2459531"/>
                  <a:pt x="8039357" y="4046220"/>
                  <a:pt x="5534038" y="4046220"/>
                </a:cubicBezTo>
                <a:cubicBezTo>
                  <a:pt x="3028719" y="4046220"/>
                  <a:pt x="893992" y="2459531"/>
                  <a:pt x="79931" y="236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1356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C67255-373D-4313-9B6D-8A19B11B157D}"/>
              </a:ext>
            </a:extLst>
          </p:cNvPr>
          <p:cNvGrpSpPr/>
          <p:nvPr userDrawn="1"/>
        </p:nvGrpSpPr>
        <p:grpSpPr>
          <a:xfrm>
            <a:off x="1439781" y="458044"/>
            <a:ext cx="9415959" cy="5864435"/>
            <a:chOff x="1102808" y="1419517"/>
            <a:chExt cx="5383089" cy="3796702"/>
          </a:xfrm>
          <a:solidFill>
            <a:schemeClr val="bg1">
              <a:alpha val="6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E30FE16-31CC-4E60-B36B-CAD6FC491355}"/>
                </a:ext>
              </a:extLst>
            </p:cNvPr>
            <p:cNvGrpSpPr/>
            <p:nvPr/>
          </p:nvGrpSpPr>
          <p:grpSpPr>
            <a:xfrm>
              <a:off x="3564744" y="2898363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7351259-13D3-4E7F-8730-52C0E6C8AB7E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A46EEDB-D7F2-4992-87CE-B2069F617779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97017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A61E4F-F426-407E-A619-45AC28E02060}"/>
                </a:ext>
              </a:extLst>
            </p:cNvPr>
            <p:cNvGrpSpPr/>
            <p:nvPr/>
          </p:nvGrpSpPr>
          <p:grpSpPr>
            <a:xfrm>
              <a:off x="1537138" y="3468044"/>
              <a:ext cx="188449" cy="1391622"/>
              <a:chOff x="10641180" y="-97372"/>
              <a:chExt cx="247650" cy="1828800"/>
            </a:xfrm>
            <a:grpFill/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718B48D2-3B0F-49B4-A2DE-C27D8D50B20F}"/>
                  </a:ext>
                </a:extLst>
              </p:cNvPr>
              <p:cNvSpPr/>
              <p:nvPr/>
            </p:nvSpPr>
            <p:spPr>
              <a:xfrm>
                <a:off x="10751289" y="-97372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1DE3CC93-1EAF-4A31-9980-27CC59E625ED}"/>
                  </a:ext>
                </a:extLst>
              </p:cNvPr>
              <p:cNvSpPr/>
              <p:nvPr/>
            </p:nvSpPr>
            <p:spPr>
              <a:xfrm>
                <a:off x="10641180" y="509010"/>
                <a:ext cx="247650" cy="759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8C316E0-D350-4F59-9875-67317542DDE2}"/>
                </a:ext>
              </a:extLst>
            </p:cNvPr>
            <p:cNvGrpSpPr/>
            <p:nvPr/>
          </p:nvGrpSpPr>
          <p:grpSpPr>
            <a:xfrm>
              <a:off x="4244956" y="2379454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90F9DDD0-84A0-4CDD-9BF3-3B867D0BE8DA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701AB5D1-4012-4821-90EB-B95FBEFFC13F}"/>
                  </a:ext>
                </a:extLst>
              </p:cNvPr>
              <p:cNvSpPr/>
              <p:nvPr/>
            </p:nvSpPr>
            <p:spPr>
              <a:xfrm>
                <a:off x="10641180" y="494815"/>
                <a:ext cx="247650" cy="1611559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AF10234-0727-49A3-91D0-0A186685C088}"/>
                </a:ext>
              </a:extLst>
            </p:cNvPr>
            <p:cNvGrpSpPr/>
            <p:nvPr/>
          </p:nvGrpSpPr>
          <p:grpSpPr>
            <a:xfrm>
              <a:off x="4916748" y="1757491"/>
              <a:ext cx="188449" cy="1600365"/>
              <a:chOff x="10641180" y="362514"/>
              <a:chExt cx="247650" cy="1989158"/>
            </a:xfrm>
            <a:grpFill/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82E303B6-8B3B-4EEB-B13B-9E53C10BD721}"/>
                  </a:ext>
                </a:extLst>
              </p:cNvPr>
              <p:cNvSpPr/>
              <p:nvPr/>
            </p:nvSpPr>
            <p:spPr>
              <a:xfrm>
                <a:off x="10751289" y="362514"/>
                <a:ext cx="27432" cy="198915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16476AD-8824-4D1D-BBAB-80DAC15CD181}"/>
                  </a:ext>
                </a:extLst>
              </p:cNvPr>
              <p:cNvSpPr/>
              <p:nvPr/>
            </p:nvSpPr>
            <p:spPr>
              <a:xfrm>
                <a:off x="10641180" y="820641"/>
                <a:ext cx="247650" cy="959907"/>
              </a:xfrm>
              <a:prstGeom prst="roundRect">
                <a:avLst>
                  <a:gd name="adj" fmla="val 4615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A49A07-7323-4061-B87D-1AE379496011}"/>
                </a:ext>
              </a:extLst>
            </p:cNvPr>
            <p:cNvGrpSpPr/>
            <p:nvPr/>
          </p:nvGrpSpPr>
          <p:grpSpPr>
            <a:xfrm>
              <a:off x="1976173" y="3527844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C4FB2E94-C804-4D04-9748-F88BDD9B994A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1B76EFC-F62F-4A79-B8E7-7D7210F45FFE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E00259-B083-4F25-B18B-B88EB245EE19}"/>
                </a:ext>
              </a:extLst>
            </p:cNvPr>
            <p:cNvGrpSpPr/>
            <p:nvPr/>
          </p:nvGrpSpPr>
          <p:grpSpPr>
            <a:xfrm>
              <a:off x="2673093" y="3824597"/>
              <a:ext cx="188449" cy="1391622"/>
              <a:chOff x="10630391" y="1182550"/>
              <a:chExt cx="247650" cy="1828800"/>
            </a:xfrm>
            <a:grpFill/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986ADB56-9A55-4F74-8589-A3C8F571E9FC}"/>
                  </a:ext>
                </a:extLst>
              </p:cNvPr>
              <p:cNvSpPr/>
              <p:nvPr/>
            </p:nvSpPr>
            <p:spPr>
              <a:xfrm>
                <a:off x="10722133" y="11825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6799C01-DD16-40A7-9EDB-0C751A2D7334}"/>
                  </a:ext>
                </a:extLst>
              </p:cNvPr>
              <p:cNvSpPr/>
              <p:nvPr/>
            </p:nvSpPr>
            <p:spPr>
              <a:xfrm>
                <a:off x="10630391" y="1455616"/>
                <a:ext cx="247650" cy="7242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30D2FA2-C0EF-4DA9-8079-99F6A791920A}"/>
                </a:ext>
              </a:extLst>
            </p:cNvPr>
            <p:cNvGrpSpPr/>
            <p:nvPr/>
          </p:nvGrpSpPr>
          <p:grpSpPr>
            <a:xfrm>
              <a:off x="4916748" y="1881571"/>
              <a:ext cx="188449" cy="1391622"/>
              <a:chOff x="10662618" y="438150"/>
              <a:chExt cx="247650" cy="1828800"/>
            </a:xfrm>
            <a:grpFill/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DD9922D5-A155-4E8E-9FE9-9A11E979EF08}"/>
                  </a:ext>
                </a:extLst>
              </p:cNvPr>
              <p:cNvSpPr/>
              <p:nvPr/>
            </p:nvSpPr>
            <p:spPr>
              <a:xfrm>
                <a:off x="10772727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09054936-7CA6-4920-9461-21A163818561}"/>
                  </a:ext>
                </a:extLst>
              </p:cNvPr>
              <p:cNvSpPr/>
              <p:nvPr/>
            </p:nvSpPr>
            <p:spPr>
              <a:xfrm>
                <a:off x="10662618" y="736515"/>
                <a:ext cx="247650" cy="101490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89811F-70C6-4A44-9806-934AC83D835A}"/>
                </a:ext>
              </a:extLst>
            </p:cNvPr>
            <p:cNvGrpSpPr/>
            <p:nvPr/>
          </p:nvGrpSpPr>
          <p:grpSpPr>
            <a:xfrm>
              <a:off x="4469241" y="2121847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C9645C03-C2BD-4062-837B-69A66B88158E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363DDD87-B25B-4AF3-9442-6D80311020B4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8937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ED06CA1-B16E-41C2-BCDE-B241236BC85C}"/>
                </a:ext>
              </a:extLst>
            </p:cNvPr>
            <p:cNvGrpSpPr/>
            <p:nvPr/>
          </p:nvGrpSpPr>
          <p:grpSpPr>
            <a:xfrm>
              <a:off x="4685783" y="2027235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9042B2E7-5DE2-4F76-9798-F635C7746D6F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4F6B5B3A-A7EB-4338-9C4A-82CBF2903F25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2723029-3927-49BF-8A75-948D79C7460F}"/>
                </a:ext>
              </a:extLst>
            </p:cNvPr>
            <p:cNvGrpSpPr/>
            <p:nvPr/>
          </p:nvGrpSpPr>
          <p:grpSpPr>
            <a:xfrm>
              <a:off x="2217350" y="3528766"/>
              <a:ext cx="188449" cy="1391622"/>
              <a:chOff x="10653055" y="438150"/>
              <a:chExt cx="247650" cy="1828800"/>
            </a:xfrm>
            <a:grpFill/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D8E37D4-7970-4629-BDF0-A101C4EA4BFB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611CDC3-6598-46B2-8EBA-51C34DC083E6}"/>
                  </a:ext>
                </a:extLst>
              </p:cNvPr>
              <p:cNvSpPr/>
              <p:nvPr/>
            </p:nvSpPr>
            <p:spPr>
              <a:xfrm>
                <a:off x="10653055" y="682991"/>
                <a:ext cx="247650" cy="105667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1DC98D9-A145-4C9E-89E8-C3947B729F29}"/>
                </a:ext>
              </a:extLst>
            </p:cNvPr>
            <p:cNvGrpSpPr/>
            <p:nvPr/>
          </p:nvGrpSpPr>
          <p:grpSpPr>
            <a:xfrm>
              <a:off x="2440455" y="3979819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D0A2FBE0-BE6D-4EBE-B9A7-8A4A7330B5A6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79293FE0-7B92-4043-8813-8D7BFCE5EA7F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51D24A6-DED4-4CDA-8771-E87C8103A45E}"/>
                </a:ext>
              </a:extLst>
            </p:cNvPr>
            <p:cNvGrpSpPr/>
            <p:nvPr/>
          </p:nvGrpSpPr>
          <p:grpSpPr>
            <a:xfrm>
              <a:off x="1317620" y="3801808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E06420D7-0BF4-43C1-B41E-8A9D83217900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98EF58C-03E6-49A3-A860-0D488D07BFF6}"/>
                  </a:ext>
                </a:extLst>
              </p:cNvPr>
              <p:cNvSpPr/>
              <p:nvPr/>
            </p:nvSpPr>
            <p:spPr>
              <a:xfrm>
                <a:off x="10641180" y="519299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DB206F2-EBE9-4E85-A4AD-4DA00AB3EFB9}"/>
                </a:ext>
              </a:extLst>
            </p:cNvPr>
            <p:cNvGrpSpPr/>
            <p:nvPr/>
          </p:nvGrpSpPr>
          <p:grpSpPr>
            <a:xfrm>
              <a:off x="1102808" y="4055614"/>
              <a:ext cx="188449" cy="834973"/>
              <a:chOff x="10641180" y="278676"/>
              <a:chExt cx="247650" cy="1097280"/>
            </a:xfrm>
            <a:grpFill/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11474C22-4EA0-40F1-854E-E3B7401C5A51}"/>
                  </a:ext>
                </a:extLst>
              </p:cNvPr>
              <p:cNvSpPr/>
              <p:nvPr/>
            </p:nvSpPr>
            <p:spPr>
              <a:xfrm>
                <a:off x="10751289" y="27867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85A1A914-5EB2-4791-AACB-00BA02983E2F}"/>
                  </a:ext>
                </a:extLst>
              </p:cNvPr>
              <p:cNvSpPr/>
              <p:nvPr/>
            </p:nvSpPr>
            <p:spPr>
              <a:xfrm>
                <a:off x="10641180" y="357773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17347B-C23A-4C66-9BAE-63E7D0B211C4}"/>
                </a:ext>
              </a:extLst>
            </p:cNvPr>
            <p:cNvGrpSpPr/>
            <p:nvPr/>
          </p:nvGrpSpPr>
          <p:grpSpPr>
            <a:xfrm>
              <a:off x="6297448" y="1419517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684E804-F449-42C7-9D4A-8FC4FA427DD9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BD700BBF-C4CB-4ADB-B9F3-FD3980022DC2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6160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67549EC-C631-4154-89C8-777D85720E6F}"/>
                </a:ext>
              </a:extLst>
            </p:cNvPr>
            <p:cNvGrpSpPr/>
            <p:nvPr/>
          </p:nvGrpSpPr>
          <p:grpSpPr>
            <a:xfrm>
              <a:off x="5615340" y="1500297"/>
              <a:ext cx="188449" cy="1471350"/>
              <a:chOff x="10641180" y="438150"/>
              <a:chExt cx="247650" cy="1828800"/>
            </a:xfrm>
            <a:grpFill/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BFBDD0A-55E1-40FB-B546-533C1EC5A866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DC0EC65-CBE7-43AB-B6D1-5F2CE905F997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57523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31175F8-B57E-4927-9BDF-74E9AF5D0C34}"/>
                </a:ext>
              </a:extLst>
            </p:cNvPr>
            <p:cNvGrpSpPr/>
            <p:nvPr/>
          </p:nvGrpSpPr>
          <p:grpSpPr>
            <a:xfrm>
              <a:off x="5378386" y="1777351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0B35DDD-42F4-428E-BBA3-551328C75ECF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EF5528ED-1E05-43B1-9A43-D8C99729AAE9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A929C28-23BC-43FC-939D-3937EA1E9953}"/>
                </a:ext>
              </a:extLst>
            </p:cNvPr>
            <p:cNvGrpSpPr/>
            <p:nvPr/>
          </p:nvGrpSpPr>
          <p:grpSpPr>
            <a:xfrm>
              <a:off x="5836292" y="185950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8657F4D1-8049-4E1E-ACBD-C9209845AA04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A8B4CF2-29AE-4A7D-A009-26190E0105A1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6981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8C3091C-A44B-428D-8915-B1D61246DC80}"/>
                </a:ext>
              </a:extLst>
            </p:cNvPr>
            <p:cNvGrpSpPr/>
            <p:nvPr/>
          </p:nvGrpSpPr>
          <p:grpSpPr>
            <a:xfrm>
              <a:off x="5161382" y="1476120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8DDA6924-DE6E-417E-9FAD-4C50621B2B60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56F2321-F7B6-4734-A942-16895D732A1D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E1AA17B-A86F-42CA-9361-DEC902955A7D}"/>
                </a:ext>
              </a:extLst>
            </p:cNvPr>
            <p:cNvGrpSpPr/>
            <p:nvPr/>
          </p:nvGrpSpPr>
          <p:grpSpPr>
            <a:xfrm>
              <a:off x="1758760" y="35235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55E01AA-AEB4-4B66-AF6F-54793F45EF72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729C273-5310-4452-B424-12D3A8A9878E}"/>
                  </a:ext>
                </a:extLst>
              </p:cNvPr>
              <p:cNvSpPr/>
              <p:nvPr/>
            </p:nvSpPr>
            <p:spPr>
              <a:xfrm>
                <a:off x="10641180" y="1044532"/>
                <a:ext cx="247650" cy="83795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DA003A2-9CD4-4F78-968E-4D8465C7D9EA}"/>
                </a:ext>
              </a:extLst>
            </p:cNvPr>
            <p:cNvGrpSpPr/>
            <p:nvPr/>
          </p:nvGrpSpPr>
          <p:grpSpPr>
            <a:xfrm>
              <a:off x="2890003" y="373638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830E0EC-0F5A-471D-A329-C070325C3B1B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B7F74B8-329D-49D6-9458-09790843BAEE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4412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32B3FA3-8826-47F0-9D57-7AE1CF78DBDF}"/>
                </a:ext>
              </a:extLst>
            </p:cNvPr>
            <p:cNvGrpSpPr/>
            <p:nvPr/>
          </p:nvGrpSpPr>
          <p:grpSpPr>
            <a:xfrm>
              <a:off x="3127455" y="3327948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FDC0D33-C985-4FAF-82F2-73747D352F6A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4B332085-8CC9-4079-B374-FA97CAAF2D52}"/>
                  </a:ext>
                </a:extLst>
              </p:cNvPr>
              <p:cNvSpPr/>
              <p:nvPr/>
            </p:nvSpPr>
            <p:spPr>
              <a:xfrm>
                <a:off x="10641180" y="579815"/>
                <a:ext cx="247650" cy="78437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2FBD34-65BC-4B68-866E-E5636C1582AA}"/>
                </a:ext>
              </a:extLst>
            </p:cNvPr>
            <p:cNvGrpSpPr/>
            <p:nvPr/>
          </p:nvGrpSpPr>
          <p:grpSpPr>
            <a:xfrm>
              <a:off x="3351373" y="3111280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262FD932-6B09-41EA-81FD-8FE314F1E7F5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6A08D8E-153C-4801-9199-6FAEA3F376C1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61603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DCBD306-B238-412D-ADB5-01EA50C57D35}"/>
                </a:ext>
              </a:extLst>
            </p:cNvPr>
            <p:cNvGrpSpPr/>
            <p:nvPr/>
          </p:nvGrpSpPr>
          <p:grpSpPr>
            <a:xfrm>
              <a:off x="4028873" y="3339995"/>
              <a:ext cx="188449" cy="834973"/>
              <a:chOff x="10641180" y="500718"/>
              <a:chExt cx="247650" cy="1097280"/>
            </a:xfrm>
            <a:grpFill/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4FC6308-85BC-4515-B071-F08BBEF58F67}"/>
                  </a:ext>
                </a:extLst>
              </p:cNvPr>
              <p:cNvSpPr/>
              <p:nvPr/>
            </p:nvSpPr>
            <p:spPr>
              <a:xfrm>
                <a:off x="10751289" y="500718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40C510D-955A-4FF9-845A-85DAA963E2E2}"/>
                  </a:ext>
                </a:extLst>
              </p:cNvPr>
              <p:cNvSpPr/>
              <p:nvPr/>
            </p:nvSpPr>
            <p:spPr>
              <a:xfrm>
                <a:off x="10641180" y="741341"/>
                <a:ext cx="247650" cy="39621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F2D6E25-1502-4056-8B94-771299A6869D}"/>
                </a:ext>
              </a:extLst>
            </p:cNvPr>
            <p:cNvGrpSpPr/>
            <p:nvPr/>
          </p:nvGrpSpPr>
          <p:grpSpPr>
            <a:xfrm>
              <a:off x="3780152" y="3424981"/>
              <a:ext cx="188449" cy="1391622"/>
              <a:chOff x="10641180" y="438150"/>
              <a:chExt cx="247650" cy="1828800"/>
            </a:xfrm>
            <a:grpFill/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37059E7-B9E7-4868-B0C9-6E79F33BBE4D}"/>
                  </a:ext>
                </a:extLst>
              </p:cNvPr>
              <p:cNvSpPr/>
              <p:nvPr/>
            </p:nvSpPr>
            <p:spPr>
              <a:xfrm>
                <a:off x="10751289" y="438150"/>
                <a:ext cx="27432" cy="18288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7F25B6B-32A3-4E66-BC23-1E18DD05FACF}"/>
                  </a:ext>
                </a:extLst>
              </p:cNvPr>
              <p:cNvSpPr/>
              <p:nvPr/>
            </p:nvSpPr>
            <p:spPr>
              <a:xfrm>
                <a:off x="10641180" y="1044533"/>
                <a:ext cx="247650" cy="36338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3E5821D-6395-49D7-ACFD-E51B0C242DCA}"/>
                </a:ext>
              </a:extLst>
            </p:cNvPr>
            <p:cNvGrpSpPr/>
            <p:nvPr/>
          </p:nvGrpSpPr>
          <p:grpSpPr>
            <a:xfrm>
              <a:off x="6056432" y="1499565"/>
              <a:ext cx="188449" cy="834973"/>
              <a:chOff x="10641180" y="605206"/>
              <a:chExt cx="247650" cy="1097280"/>
            </a:xfrm>
            <a:grpFill/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5634B1B0-23FD-480B-8D7B-EC1723883EE9}"/>
                  </a:ext>
                </a:extLst>
              </p:cNvPr>
              <p:cNvSpPr/>
              <p:nvPr/>
            </p:nvSpPr>
            <p:spPr>
              <a:xfrm>
                <a:off x="10751289" y="605206"/>
                <a:ext cx="27432" cy="10972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27D0B594-C5A4-46B6-B62D-0FA775DA4FA9}"/>
                  </a:ext>
                </a:extLst>
              </p:cNvPr>
              <p:cNvSpPr/>
              <p:nvPr/>
            </p:nvSpPr>
            <p:spPr>
              <a:xfrm>
                <a:off x="10641180" y="684304"/>
                <a:ext cx="247650" cy="82577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881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3642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86989"/>
            <a:ext cx="2844800" cy="365125"/>
          </a:xfrm>
        </p:spPr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113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4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421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578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666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719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651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909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421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985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84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92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80" r:id="rId19"/>
  </p:sldLayoutIdLst>
  <p:hf hdr="0" ft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8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55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7" r:id="rId19"/>
  </p:sldLayoutIdLst>
  <p:hf hdr="0" ft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69BA8-B578-4BAC-8AFB-0081C5C11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80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Relationship Id="rId5" Type="http://schemas.openxmlformats.org/officeDocument/2006/relationships/chart" Target="../charts/char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6032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Modeling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02920" y="2971800"/>
            <a:ext cx="64008" cy="1600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JUNE 15-19,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UIP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04879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000099"/>
                </a:solidFill>
              </a:rPr>
              <a:t>Risk-Adjusted UIP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905000"/>
                <a:ext cx="8229600" cy="4572000"/>
              </a:xfrm>
            </p:spPr>
            <p:txBody>
              <a:bodyPr>
                <a:normAutofit/>
              </a:bodyPr>
              <a:lstStyle/>
              <a:p>
                <a:endParaRPr lang="en-US" sz="4000" i="1" dirty="0">
                  <a:latin typeface="Cambria Math" panose="02040503050406030204" pitchFamily="18" charset="0"/>
                </a:endParaRPr>
              </a:p>
              <a:p>
                <a:endParaRPr lang="en-US" sz="4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4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000" dirty="0"/>
                  <a:t>+[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sz="4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000" dirty="0"/>
                  <a:t>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905000"/>
                <a:ext cx="8229600" cy="457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67890" y="2301698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Domestic Interest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3948" y="1708674"/>
            <a:ext cx="1790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Compensation for Expected Depreciation (in log terms)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2245467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Foreign Interest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3352" y="2245467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Country Risk Premium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429000" y="3251102"/>
            <a:ext cx="0" cy="7875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486400" y="3063976"/>
            <a:ext cx="0" cy="4756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Brace 13"/>
          <p:cNvSpPr/>
          <p:nvPr/>
        </p:nvSpPr>
        <p:spPr>
          <a:xfrm rot="5400000">
            <a:off x="5169996" y="2830312"/>
            <a:ext cx="598604" cy="2122776"/>
          </a:xfrm>
          <a:prstGeom prst="leftBrace">
            <a:avLst>
              <a:gd name="adj1" fmla="val 8333"/>
              <a:gd name="adj2" fmla="val 5065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162800" y="3185899"/>
            <a:ext cx="0" cy="7875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458200" y="3227154"/>
            <a:ext cx="0" cy="7875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01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8306" y="152400"/>
            <a:ext cx="8458200" cy="9906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Derive Multi-Period Risk Adjusted UIP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+ 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756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560" y="248783"/>
            <a:ext cx="9006840" cy="9906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Derive Multi-Period Risk Adjusted UIP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83920" y="1600205"/>
                <a:ext cx="10698480" cy="45259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+ 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+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920" y="1600205"/>
                <a:ext cx="1069848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794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6537"/>
            <a:ext cx="8458200" cy="9906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000099"/>
                </a:solidFill>
              </a:rPr>
              <a:t>Derive Multi-Period Risk Adjusted UIP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5"/>
                <a:ext cx="10972800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+ 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+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+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  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5"/>
                <a:ext cx="10972800" cy="4525963"/>
              </a:xfrm>
              <a:blipFill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1" name="Flowchart: Connector 10"/>
          <p:cNvSpPr/>
          <p:nvPr/>
        </p:nvSpPr>
        <p:spPr>
          <a:xfrm>
            <a:off x="2600960" y="3036726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2600960" y="3243580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2600960" y="3478374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374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4448" y="267106"/>
            <a:ext cx="8458200" cy="9906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000099"/>
                </a:solidFill>
              </a:rPr>
              <a:t>Derive Multi-Period Risk Adjusted UIP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+ 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+ 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   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+      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  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1" name="Flowchart: Connector 10"/>
          <p:cNvSpPr/>
          <p:nvPr/>
        </p:nvSpPr>
        <p:spPr>
          <a:xfrm>
            <a:off x="2661920" y="3056937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2661920" y="3304386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2661920" y="3522896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648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Important Insights from Risk-Adjusted UIP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0" y="1639674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Expected depreciation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1639674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policy rate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639674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foreign policy rate path adjusted for country risk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200" y="4230474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real policy rate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0" y="4230474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Expected real depreciation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30474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real foreign policy rate path adjusted for country risk premium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97575" y="2261113"/>
                <a:ext cx="7772400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75" y="2261113"/>
                <a:ext cx="7772400" cy="1450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83305" y="5068905"/>
                <a:ext cx="7686675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5" y="5068905"/>
                <a:ext cx="7686675" cy="1450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521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26243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000099"/>
                </a:solidFill>
              </a:rPr>
              <a:t>Important Insights from Risk-Adjusted UIP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0" y="1639674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Expected depreciation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1639674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policy rate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639674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foreign policy rate path adjusted for country risk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200" y="4230474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real policy rate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0" y="4230474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Expected real depreciation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30474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Expected real foreign policy rate path adjusted for country risk premium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97575" y="2261113"/>
                <a:ext cx="7772400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75" y="2261113"/>
                <a:ext cx="7772400" cy="1450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83305" y="5068905"/>
                <a:ext cx="7686675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5" y="5068905"/>
                <a:ext cx="7686675" cy="1450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93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Market Interest Rates and Exchange Rates As Shock Absorbers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97575" y="2969208"/>
                <a:ext cx="7772400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75" y="2969208"/>
                <a:ext cx="7772400" cy="1450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09600" y="1669030"/>
            <a:ext cx="109727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Negative demand shock reduces inflation in the short run. IFT CB expected to reduce the policy rate sufficiently to steer inflation back to target. </a:t>
            </a: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4648579"/>
            <a:ext cx="109727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Nominal exchange rate also depreciates today. Easier monetary conditions coming from both interest rates and exchange rates. </a:t>
            </a:r>
          </a:p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An important assumption: nominal exchange rate in the long-run does not change. Under what conditions will it happen? </a:t>
            </a: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196032" y="3352800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867400" y="3352800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951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>
            <a:graphicFrameLocks/>
          </p:cNvGraphicFramePr>
          <p:nvPr/>
        </p:nvGraphicFramePr>
        <p:xfrm>
          <a:off x="5940933" y="3181360"/>
          <a:ext cx="4507992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97575" y="308553"/>
                <a:ext cx="7772400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75" y="308553"/>
                <a:ext cx="7772400" cy="1450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05000" y="199661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/>
              </a:rPr>
              <a:t>a)      -200 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199661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/>
              </a:rPr>
              <a:t>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800" y="1996616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/>
              </a:rPr>
              <a:t>(2 %) (significant depreciation today)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800" y="199661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99661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231308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/>
              </a:rPr>
              <a:t>b)      -100 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0" y="230141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/>
              </a:rPr>
              <a:t>-0.8 %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01416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/>
              </a:rPr>
              <a:t>(0.2 %) (less depreciation today)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3800" y="230141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Calibri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30141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/>
              </a:rP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5000" y="260621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</a:rPr>
              <a:t>c)            0 bps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60621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</a:rPr>
              <a:t>-2 %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2600" y="2606216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</a:rPr>
              <a:t>(-2 %) (significant  appreciation today)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3800" y="260621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Calibri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60621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0975" y="343612"/>
            <a:ext cx="3505200" cy="1664255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924175" y="1823023"/>
            <a:ext cx="0" cy="2286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362200" y="1832548"/>
            <a:ext cx="1143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114800" y="1527748"/>
            <a:ext cx="990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572000" y="1371600"/>
            <a:ext cx="0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943600" y="1375348"/>
            <a:ext cx="30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096000" y="1375348"/>
            <a:ext cx="0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9420225" y="2108773"/>
            <a:ext cx="0" cy="762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544050" y="2099248"/>
            <a:ext cx="11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Notice the sign flips!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0300" y="3525027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/>
              </a:rPr>
              <a:t>≈2%</a:t>
            </a:r>
          </a:p>
          <a:p>
            <a:r>
              <a:rPr lang="en-US" b="1" dirty="0">
                <a:solidFill>
                  <a:srgbClr val="FF0000"/>
                </a:solidFill>
                <a:latin typeface="Calibri"/>
              </a:rPr>
              <a:t>lower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0039350" y="3552440"/>
            <a:ext cx="0" cy="685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Chart 38"/>
          <p:cNvGraphicFramePr>
            <a:graphicFrameLocks/>
          </p:cNvGraphicFramePr>
          <p:nvPr/>
        </p:nvGraphicFramePr>
        <p:xfrm>
          <a:off x="1741288" y="3186791"/>
          <a:ext cx="4507117" cy="3522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561158" y="95821"/>
            <a:ext cx="9030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[Expected Domestic Interest Rates =        Expected Nominal Depreciation             +    Expected Foreign Interest Rates Plus Risk Premium]</a:t>
            </a:r>
          </a:p>
          <a:p>
            <a:endParaRPr lang="en-US" sz="1200" dirty="0">
              <a:solidFill>
                <a:prstClr val="black"/>
              </a:solidFill>
              <a:latin typeface="Calibri"/>
            </a:endParaRPr>
          </a:p>
          <a:p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705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Market Interest Rates and Exchange Rates As Shock Amplifiers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62200" y="3274008"/>
                <a:ext cx="7772400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274008"/>
                <a:ext cx="7772400" cy="1450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09600" y="1669030"/>
            <a:ext cx="1097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Negative demand shock reduces inflation in the short run. When the nominal interest rate is constrained by the ZLB, inflation can ratchet downwards, causing nominal exchange rate to appreciate. </a:t>
            </a: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4819476"/>
            <a:ext cx="109727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Real interest rate also rises which contracts the economy even further.</a:t>
            </a: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95800" y="3719464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495800" y="5522497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096000" y="3719464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97575" y="5602691"/>
                <a:ext cx="77724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75" y="5602691"/>
                <a:ext cx="77724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6158432" y="5539211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224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46D2-1DDE-4833-97D7-FCC7A1DC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0333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Real Exchange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 -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489B9-959F-4D24-860E-8879C2DD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601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46D2-1DDE-4833-97D7-FCC7A1DC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0333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Real Exchange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 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pPr marL="0" indent="0" algn="ctr">
                  <a:buNone/>
                </a:pPr>
                <a:endParaRPr lang="en-US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 =  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 -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489B9-959F-4D24-860E-8879C2DD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499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46D2-1DDE-4833-97D7-FCC7A1DC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0333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Real Exchange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 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pPr marL="0" indent="0" algn="ctr">
                  <a:buNone/>
                </a:pPr>
                <a:endParaRPr lang="en-US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 =  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 -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489B9-959F-4D24-860E-8879C2DD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99737-194E-4772-AF1C-7ED9AB4336F6}"/>
              </a:ext>
            </a:extLst>
          </p:cNvPr>
          <p:cNvCxnSpPr/>
          <p:nvPr/>
        </p:nvCxnSpPr>
        <p:spPr>
          <a:xfrm>
            <a:off x="9067800" y="3352800"/>
            <a:ext cx="0" cy="609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8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46D2-1DDE-4833-97D7-FCC7A1DC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83965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Real Exchange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 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pPr marL="0" indent="0" algn="ctr">
                  <a:buNone/>
                </a:pPr>
                <a:endParaRPr lang="en-US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 =  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</m:oMath>
                </a14:m>
                <a:r>
                  <a:rPr lang="en-US" sz="4000" dirty="0"/>
                  <a:t>  +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en-US" sz="4000" dirty="0"/>
                  <a:t>   -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sz="4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FBD7E-0319-478A-9410-CA5A41F01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489B9-959F-4D24-860E-8879C2DD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69BA8-B578-4BAC-8AFB-0081C5C119AE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99737-194E-4772-AF1C-7ED9AB4336F6}"/>
              </a:ext>
            </a:extLst>
          </p:cNvPr>
          <p:cNvCxnSpPr/>
          <p:nvPr/>
        </p:nvCxnSpPr>
        <p:spPr>
          <a:xfrm>
            <a:off x="9144000" y="3429000"/>
            <a:ext cx="0" cy="609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870C25-EDF1-4D6F-A2BC-876AED360D8D}"/>
              </a:ext>
            </a:extLst>
          </p:cNvPr>
          <p:cNvCxnSpPr/>
          <p:nvPr/>
        </p:nvCxnSpPr>
        <p:spPr>
          <a:xfrm>
            <a:off x="5943600" y="3429000"/>
            <a:ext cx="0" cy="609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2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Market Interest Rates and Exchange Rates As Shock Amplifiers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62200" y="3274008"/>
                <a:ext cx="7772400" cy="1450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274008"/>
                <a:ext cx="7772400" cy="1450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09600" y="1669030"/>
            <a:ext cx="1097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Negative demand shock reduces inflation in the short run. When the nominal interest rate is constrained by the ZLB, inflation can ratchet downwards, causing nominal exchange rate to appreciate. </a:t>
            </a: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1" y="4819476"/>
            <a:ext cx="96012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Real interest rate also rises which contracts the economy even further.</a:t>
            </a: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95800" y="3719464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495800" y="5522497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096000" y="3719464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97575" y="5602691"/>
                <a:ext cx="77724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75" y="5602691"/>
                <a:ext cx="77724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6158432" y="5539211"/>
            <a:ext cx="0" cy="72519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85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6" name="Title 1"/>
          <p:cNvSpPr>
            <a:spLocks noGrp="1"/>
          </p:cNvSpPr>
          <p:nvPr>
            <p:ph type="title"/>
          </p:nvPr>
        </p:nvSpPr>
        <p:spPr>
          <a:xfrm>
            <a:off x="2152650" y="203180"/>
            <a:ext cx="78867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Example of Shock Amplifier</a:t>
            </a:r>
            <a:br>
              <a:rPr lang="en-US" sz="3600" b="1" dirty="0"/>
            </a:br>
            <a:r>
              <a:rPr lang="en-US" sz="2400" b="1" dirty="0">
                <a:solidFill>
                  <a:srgbClr val="000099"/>
                </a:solidFill>
              </a:rPr>
              <a:t>Canada versus Japan after the Global Financial Crisis</a:t>
            </a:r>
            <a:endParaRPr lang="en-US" sz="3600" b="1" dirty="0">
              <a:solidFill>
                <a:srgbClr val="000099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286000" y="6104574"/>
            <a:ext cx="7753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Note: Numbers in the table are in percent. Bilateral USD exchange rate is normalized to 100 in 2007.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Source: IMF World Economic Outlook October 2014.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14530" y="1885090"/>
          <a:ext cx="8362949" cy="350678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645726">
                  <a:extLst>
                    <a:ext uri="{9D8B030D-6E8A-4147-A177-3AD203B41FA5}">
                      <a16:colId xmlns:a16="http://schemas.microsoft.com/office/drawing/2014/main" val="1487421067"/>
                    </a:ext>
                  </a:extLst>
                </a:gridCol>
                <a:gridCol w="787472">
                  <a:extLst>
                    <a:ext uri="{9D8B030D-6E8A-4147-A177-3AD203B41FA5}">
                      <a16:colId xmlns:a16="http://schemas.microsoft.com/office/drawing/2014/main" val="4120085435"/>
                    </a:ext>
                  </a:extLst>
                </a:gridCol>
                <a:gridCol w="866219">
                  <a:extLst>
                    <a:ext uri="{9D8B030D-6E8A-4147-A177-3AD203B41FA5}">
                      <a16:colId xmlns:a16="http://schemas.microsoft.com/office/drawing/2014/main" val="3007337867"/>
                    </a:ext>
                  </a:extLst>
                </a:gridCol>
                <a:gridCol w="866219">
                  <a:extLst>
                    <a:ext uri="{9D8B030D-6E8A-4147-A177-3AD203B41FA5}">
                      <a16:colId xmlns:a16="http://schemas.microsoft.com/office/drawing/2014/main" val="2508645881"/>
                    </a:ext>
                  </a:extLst>
                </a:gridCol>
                <a:gridCol w="944966">
                  <a:extLst>
                    <a:ext uri="{9D8B030D-6E8A-4147-A177-3AD203B41FA5}">
                      <a16:colId xmlns:a16="http://schemas.microsoft.com/office/drawing/2014/main" val="3989229401"/>
                    </a:ext>
                  </a:extLst>
                </a:gridCol>
                <a:gridCol w="1181208">
                  <a:extLst>
                    <a:ext uri="{9D8B030D-6E8A-4147-A177-3AD203B41FA5}">
                      <a16:colId xmlns:a16="http://schemas.microsoft.com/office/drawing/2014/main" val="4160162289"/>
                    </a:ext>
                  </a:extLst>
                </a:gridCol>
                <a:gridCol w="944966">
                  <a:extLst>
                    <a:ext uri="{9D8B030D-6E8A-4147-A177-3AD203B41FA5}">
                      <a16:colId xmlns:a16="http://schemas.microsoft.com/office/drawing/2014/main" val="4294928763"/>
                    </a:ext>
                  </a:extLst>
                </a:gridCol>
                <a:gridCol w="1023713">
                  <a:extLst>
                    <a:ext uri="{9D8B030D-6E8A-4147-A177-3AD203B41FA5}">
                      <a16:colId xmlns:a16="http://schemas.microsoft.com/office/drawing/2014/main" val="571581944"/>
                    </a:ext>
                  </a:extLst>
                </a:gridCol>
                <a:gridCol w="1102460">
                  <a:extLst>
                    <a:ext uri="{9D8B030D-6E8A-4147-A177-3AD203B41FA5}">
                      <a16:colId xmlns:a16="http://schemas.microsoft.com/office/drawing/2014/main" val="11276945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Real GDP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Growth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Real Export Growth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Output Gap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CPI Inflation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3-yr Ahead Inflation Expectation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Long-term Interest Rate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Short-term Interest Rate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Bilateral USD Exchange Rate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0693639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effectLst/>
                        </a:rPr>
                        <a:t>Canada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909304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2007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2.0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1.9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4.3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4.2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100.0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4018821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2008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-4.5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3.6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99.3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3849863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2009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-2.7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-13.1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-3.5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106.4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0694940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09272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effectLst/>
                        </a:rPr>
                        <a:t>Japan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421839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2007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2.2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8.7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100.0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1702623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2008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-1.0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-1.4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0.9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87.8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3280707"/>
                  </a:ext>
                </a:extLst>
              </a:tr>
              <a:tr h="2866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2009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-5.5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-24.2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-7.1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-1.3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0.3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1.4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0.1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79.5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5956120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4191005" y="1483227"/>
            <a:ext cx="923925" cy="41148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7987986" y="1483227"/>
            <a:ext cx="1308414" cy="41148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77337" y="1458330"/>
            <a:ext cx="1219200" cy="41148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797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DA653-6FE0-483E-9A60-3D330B4B7DC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6" name="Title 1"/>
          <p:cNvSpPr>
            <a:spLocks noGrp="1"/>
          </p:cNvSpPr>
          <p:nvPr>
            <p:ph type="title"/>
          </p:nvPr>
        </p:nvSpPr>
        <p:spPr>
          <a:xfrm>
            <a:off x="2152650" y="124538"/>
            <a:ext cx="7886700" cy="132556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000099"/>
                </a:solidFill>
              </a:rPr>
              <a:t>Example of Shock Amplifier</a:t>
            </a:r>
            <a:br>
              <a:rPr lang="en-US" sz="3600" b="1" dirty="0">
                <a:solidFill>
                  <a:srgbClr val="000099"/>
                </a:solidFill>
              </a:rPr>
            </a:br>
            <a:r>
              <a:rPr lang="en-US" sz="2400" b="1" dirty="0">
                <a:solidFill>
                  <a:srgbClr val="000099"/>
                </a:solidFill>
              </a:rPr>
              <a:t>Japanese Yen Appreciates on Bad News</a:t>
            </a:r>
            <a:endParaRPr lang="en-US" sz="3600" b="1" dirty="0">
              <a:solidFill>
                <a:srgbClr val="000099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286000" y="658100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Source: </a:t>
            </a:r>
            <a:r>
              <a:rPr lang="en-US" sz="1200" dirty="0" err="1">
                <a:solidFill>
                  <a:prstClr val="black"/>
                </a:solidFill>
                <a:latin typeface="Calibri"/>
              </a:rPr>
              <a:t>Haver</a:t>
            </a:r>
            <a:r>
              <a:rPr lang="en-US" sz="1200" dirty="0">
                <a:solidFill>
                  <a:prstClr val="black"/>
                </a:solidFill>
                <a:latin typeface="Calibri"/>
              </a:rPr>
              <a:t> Analytics.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1905000" y="1524000"/>
          <a:ext cx="8382000" cy="519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4414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6032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Things are Coming.</a:t>
            </a:r>
            <a:endParaRPr lang="en-US" sz="5200" dirty="0"/>
          </a:p>
        </p:txBody>
      </p:sp>
      <p:sp>
        <p:nvSpPr>
          <p:cNvPr id="7" name="Shape 3"/>
          <p:cNvSpPr/>
          <p:nvPr/>
        </p:nvSpPr>
        <p:spPr>
          <a:xfrm>
            <a:off x="502920" y="2286000"/>
            <a:ext cx="118872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1097280" y="30175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97280" y="3218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" y="34930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1097280" y="3703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3904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97280" y="41788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1097280" y="4389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97280" y="45902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97280" y="48646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1097280" y="5074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97280" y="5276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7280" y="55504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70B09246-F389-F6A0-1761-B7D2D5F29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131820"/>
            <a:ext cx="256032" cy="256032"/>
          </a:xfrm>
          <a:prstGeom prst="rect">
            <a:avLst/>
          </a:prstGeom>
        </p:spPr>
      </p:pic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0F943D4F-3121-EAAD-69B3-B77DF5122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4476128"/>
            <a:ext cx="256032" cy="256032"/>
          </a:xfrm>
          <a:prstGeom prst="rect">
            <a:avLst/>
          </a:prstGeom>
        </p:spPr>
      </p:pic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185C2C27-4307-491D-40D2-483421194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170932"/>
            <a:ext cx="256032" cy="256032"/>
          </a:xfrm>
          <a:prstGeom prst="rect">
            <a:avLst/>
          </a:prstGeom>
        </p:spPr>
      </p:pic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DFF43F10-5BB9-6779-2FF3-FD85A0C651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38180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Stoc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A5D62"/>
      </a:accent1>
      <a:accent2>
        <a:srgbClr val="4A7886"/>
      </a:accent2>
      <a:accent3>
        <a:srgbClr val="88BABE"/>
      </a:accent3>
      <a:accent4>
        <a:srgbClr val="9CCCD2"/>
      </a:accent4>
      <a:accent5>
        <a:srgbClr val="70AD47"/>
      </a:accent5>
      <a:accent6>
        <a:srgbClr val="EA0000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ushVTI">
  <a:themeElements>
    <a:clrScheme name="Custom 13">
      <a:dk1>
        <a:srgbClr val="344068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3.xml><?xml version="1.0" encoding="utf-8"?>
<a:theme xmlns:a="http://schemas.openxmlformats.org/drawingml/2006/main" name="2_Contents Slide Master">
  <a:themeElements>
    <a:clrScheme name="Stoc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A5D62"/>
      </a:accent1>
      <a:accent2>
        <a:srgbClr val="4A7886"/>
      </a:accent2>
      <a:accent3>
        <a:srgbClr val="88BABE"/>
      </a:accent3>
      <a:accent4>
        <a:srgbClr val="9CCCD2"/>
      </a:accent4>
      <a:accent5>
        <a:srgbClr val="70AD47"/>
      </a:accent5>
      <a:accent6>
        <a:srgbClr val="EA0000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CD Template_Engli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861</Words>
  <Application>Microsoft Office PowerPoint</Application>
  <PresentationFormat>Widescreen</PresentationFormat>
  <Paragraphs>227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Century Gothic</vt:lpstr>
      <vt:lpstr>Contents Slide Master</vt:lpstr>
      <vt:lpstr>BrushVTI</vt:lpstr>
      <vt:lpstr>2_Contents Slide Master</vt:lpstr>
      <vt:lpstr>ICD Template_English</vt:lpstr>
      <vt:lpstr>PowerPoint Presentation</vt:lpstr>
      <vt:lpstr>Risk-Adjusted UIP</vt:lpstr>
      <vt:lpstr>Derive Multi-Period Risk Adjusted UIP</vt:lpstr>
      <vt:lpstr>Derive Multi-Period Risk Adjusted UIP</vt:lpstr>
      <vt:lpstr>Derive Multi-Period Risk Adjusted UIP</vt:lpstr>
      <vt:lpstr>Derive Multi-Period Risk Adjusted UIP</vt:lpstr>
      <vt:lpstr>Important Insights from Risk-Adjusted UIP</vt:lpstr>
      <vt:lpstr>Important Insights from Risk-Adjusted UIP</vt:lpstr>
      <vt:lpstr>Market Interest Rates and Exchange Rates As Shock Absorbers</vt:lpstr>
      <vt:lpstr>PowerPoint Presentation</vt:lpstr>
      <vt:lpstr>Market Interest Rates and Exchange Rates As Shock Amplifiers</vt:lpstr>
      <vt:lpstr>Real Exchange Rate</vt:lpstr>
      <vt:lpstr>Real Exchange Rate</vt:lpstr>
      <vt:lpstr>Real Exchange Rate</vt:lpstr>
      <vt:lpstr>Real Exchange Rate</vt:lpstr>
      <vt:lpstr>Market Interest Rates and Exchange Rates As Shock Amplifiers</vt:lpstr>
      <vt:lpstr>Example of Shock Amplifier Canada versus Japan after the Global Financial Crisis</vt:lpstr>
      <vt:lpstr>Example of Shock Amplifier Japanese Yen Appreciates on Bad News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Asya Kostanyan</dc:creator>
  <cp:lastModifiedBy>Asya Kostanyan</cp:lastModifiedBy>
  <cp:revision>120</cp:revision>
  <cp:lastPrinted>2021-10-24T13:26:42Z</cp:lastPrinted>
  <dcterms:created xsi:type="dcterms:W3CDTF">2021-07-12T07:03:19Z</dcterms:created>
  <dcterms:modified xsi:type="dcterms:W3CDTF">2026-06-14T09:47:44Z</dcterms:modified>
</cp:coreProperties>
</file>